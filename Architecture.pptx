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5E63C-A3D3-4EF2-8DE7-FA3B9175FD1D}" v="2" dt="2025-11-19T18:36:00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DC82-1867-6BB2-215A-B155D3D3E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65A2F-8CFB-E274-1162-C954EFD88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A127-526D-7977-437B-6767FA70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53C42-0123-EEE4-226E-83EDC8C7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F5EA6-BD88-62BF-CA0B-778B47A6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621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B8E4-496D-C2F4-34CC-A16CBE37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3463-9BEB-77F6-BAC9-F2D759072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57FA-F3BB-1A1F-01A0-6FC60661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FBFCB-CF1C-FC8B-5618-1187AF3E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FB2D-82B2-9233-4A09-759B56FB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801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99B4-FB4A-C232-F247-FB54A076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B0184-573E-E331-7E9C-118D52571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B190C-8B49-485A-E665-3E56B5AC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90F4-9F04-CE57-378F-2D3248A0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3E7EB-9B4A-8F12-81D6-23BC6ACD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469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C24F-0A9E-B376-4942-59EB3696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7348C-9DDF-9E1E-6627-50D4D8E5D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8E113-F3A3-19C0-1392-4555329AD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CD505-4946-A481-C82E-1AECD789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1F740-1F39-4A6F-7FF2-14BAA139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39E2F-076F-FF58-F3AD-DC5EEFA9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827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6237-2F05-EA9E-5608-B716857C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C5CF3-CE62-93AE-4479-C258386E2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D3C15-569A-E562-B8E2-F26EFB2E4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2027B-BBB9-AB53-96A9-4890257DB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C25E1-19D4-CB9C-2BF0-1A3B79E43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A310B-F5FC-CC10-6888-288AEE25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3CAD3-2602-E3BB-11EA-5712BDE3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4D592-9265-5AE7-7EA5-DEAB391B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771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06B9-6C00-DF2F-9954-830EF0D1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0CD74-2D50-A84E-093E-192AC160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2D6B3-B768-EE0A-8728-B33CDB93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A563B-7FF2-CD68-2DBE-7C6A6C2F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76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91B53-567D-28BD-C50E-5D7CBB0F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3EDCB-39E3-4B13-3BF9-BFAF9A4E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32372-C3BA-5D84-D982-066FD330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001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8278-BD92-5408-13B1-353B7499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EDCC3-7C26-C80E-B1C8-29132F55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245A4-0D56-297F-3FD0-2AEFFA622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EEF5C-AAA7-FB2C-9553-6B1D1A6C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F9AEA-09DA-EEB6-05E3-977A5970F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C5DEB-7DE9-D4D2-CA64-0C61FDC2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1045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5B9C-F410-E621-46A1-09C7249E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E30BE-D9D0-FAA9-0F81-81F68FE98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0312E-339D-1212-DCBF-8787EE5AE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234D3-EA96-E7D6-D42D-BDCC01F3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D9329-AADE-3017-F0E4-0CAAB009C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CDAD1-9BB1-4AC8-DF3B-46EFEAAB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830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322D-A09D-CE78-ECA5-9E583BCE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5E0D3-CD95-65C8-4C10-B26DB6546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F554-7EC0-0B3D-5414-D6CAB13E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A5C8F-E7E0-1286-13F5-FA9F8789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7967-6D48-23E3-A064-13879EF6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293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51EF0-499D-BDC3-AD73-4B3925DBD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39154-9833-869D-0780-5055D63FC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283B-19FA-36FC-D5E4-7BB4C6DB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516AE-EE6A-56FA-B893-1BCC6060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FBC89-01C8-D3AF-510F-370CE3E9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954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374F3-C3F1-E59A-A4DC-3609563B6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9416E-B24F-B715-D2FB-681D97024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FFC7E-2973-5A9A-B35F-A4B7158A0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C50DE-9748-4565-98B9-96895381BB38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BFC4-BC02-CBD2-CF35-1D86F2830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A7956-47B0-2F52-EB51-99D81E121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093F-68D4-4410-8530-61554B00B3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287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0961-2A05-A1DB-A3F3-1715664D4C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7B1D1-CBC7-DE7C-F504-5EFC6F442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7738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02B65D9C-2351-5BD0-8098-0C09D3F99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193" y="2552039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C274F-2FC9-F1AA-9A72-4A8D4CE2384E}"/>
              </a:ext>
            </a:extLst>
          </p:cNvPr>
          <p:cNvSpPr txBox="1"/>
          <p:nvPr/>
        </p:nvSpPr>
        <p:spPr>
          <a:xfrm>
            <a:off x="1130712" y="3361445"/>
            <a:ext cx="117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Question, code</a:t>
            </a:r>
            <a:endParaRPr lang="en-PK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EDF5A6-31EC-2B6D-CE9A-9559A602C416}"/>
              </a:ext>
            </a:extLst>
          </p:cNvPr>
          <p:cNvSpPr/>
          <p:nvPr/>
        </p:nvSpPr>
        <p:spPr>
          <a:xfrm>
            <a:off x="2248239" y="518411"/>
            <a:ext cx="1497204" cy="5026984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7" name="Graphic 6" descr="Robot with solid fill">
            <a:extLst>
              <a:ext uri="{FF2B5EF4-FFF2-40B4-BE49-F238E27FC236}">
                <a16:creationId xmlns:a16="http://schemas.microsoft.com/office/drawing/2014/main" id="{5722B836-0950-F59F-C9F5-F43DD3233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2311" y="1172497"/>
            <a:ext cx="914400" cy="914400"/>
          </a:xfrm>
          <a:prstGeom prst="rect">
            <a:avLst/>
          </a:prstGeom>
        </p:spPr>
      </p:pic>
      <p:pic>
        <p:nvPicPr>
          <p:cNvPr id="8" name="Graphic 7" descr="Robot with solid fill">
            <a:extLst>
              <a:ext uri="{FF2B5EF4-FFF2-40B4-BE49-F238E27FC236}">
                <a16:creationId xmlns:a16="http://schemas.microsoft.com/office/drawing/2014/main" id="{A4EC376E-FDF0-53CC-EF5D-432C9688B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6556" y="2622755"/>
            <a:ext cx="914400" cy="914400"/>
          </a:xfrm>
          <a:prstGeom prst="rect">
            <a:avLst/>
          </a:prstGeom>
        </p:spPr>
      </p:pic>
      <p:pic>
        <p:nvPicPr>
          <p:cNvPr id="9" name="Graphic 8" descr="Robot with solid fill">
            <a:extLst>
              <a:ext uri="{FF2B5EF4-FFF2-40B4-BE49-F238E27FC236}">
                <a16:creationId xmlns:a16="http://schemas.microsoft.com/office/drawing/2014/main" id="{CF5FED05-EECE-F0B7-B157-1193BAC2D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1975" y="3896033"/>
            <a:ext cx="914400" cy="9144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B0FF28-C9B4-C105-D19D-79319CBE9424}"/>
              </a:ext>
            </a:extLst>
          </p:cNvPr>
          <p:cNvSpPr/>
          <p:nvPr/>
        </p:nvSpPr>
        <p:spPr>
          <a:xfrm>
            <a:off x="4081956" y="464335"/>
            <a:ext cx="2830123" cy="520887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11" name="Graphic 10" descr="Robot with solid fill">
            <a:extLst>
              <a:ext uri="{FF2B5EF4-FFF2-40B4-BE49-F238E27FC236}">
                <a16:creationId xmlns:a16="http://schemas.microsoft.com/office/drawing/2014/main" id="{5E558996-DDD7-2770-97C8-9AC24A13D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7033" y="1197079"/>
            <a:ext cx="914400" cy="914400"/>
          </a:xfrm>
          <a:prstGeom prst="rect">
            <a:avLst/>
          </a:prstGeom>
        </p:spPr>
      </p:pic>
      <p:pic>
        <p:nvPicPr>
          <p:cNvPr id="12" name="Graphic 11" descr="Robot with solid fill">
            <a:extLst>
              <a:ext uri="{FF2B5EF4-FFF2-40B4-BE49-F238E27FC236}">
                <a16:creationId xmlns:a16="http://schemas.microsoft.com/office/drawing/2014/main" id="{B86B5A7F-6640-02A7-DDD9-70A413C3F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1279" y="2647335"/>
            <a:ext cx="914400" cy="914400"/>
          </a:xfrm>
          <a:prstGeom prst="rect">
            <a:avLst/>
          </a:prstGeom>
        </p:spPr>
      </p:pic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470FD1C3-0D3D-6F2D-F87A-D5E53BDDE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6697" y="3920615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5594C9-A4CC-77E7-0A05-FCBAFF76020D}"/>
              </a:ext>
            </a:extLst>
          </p:cNvPr>
          <p:cNvSpPr/>
          <p:nvPr/>
        </p:nvSpPr>
        <p:spPr>
          <a:xfrm>
            <a:off x="7188950" y="562656"/>
            <a:ext cx="1497204" cy="5169553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5" name="Graphic 14" descr="Robot with solid fill">
            <a:extLst>
              <a:ext uri="{FF2B5EF4-FFF2-40B4-BE49-F238E27FC236}">
                <a16:creationId xmlns:a16="http://schemas.microsoft.com/office/drawing/2014/main" id="{58A1BA8B-F342-3B51-2A57-7732E92E6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3020" y="1216741"/>
            <a:ext cx="914400" cy="914400"/>
          </a:xfrm>
          <a:prstGeom prst="rect">
            <a:avLst/>
          </a:prstGeom>
        </p:spPr>
      </p:pic>
      <p:pic>
        <p:nvPicPr>
          <p:cNvPr id="16" name="Graphic 15" descr="Robot with solid fill">
            <a:extLst>
              <a:ext uri="{FF2B5EF4-FFF2-40B4-BE49-F238E27FC236}">
                <a16:creationId xmlns:a16="http://schemas.microsoft.com/office/drawing/2014/main" id="{3F25CA53-0773-DF89-9D9D-CF316F7B4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7267" y="2666999"/>
            <a:ext cx="914400" cy="914400"/>
          </a:xfrm>
          <a:prstGeom prst="rect">
            <a:avLst/>
          </a:prstGeom>
        </p:spPr>
      </p:pic>
      <p:pic>
        <p:nvPicPr>
          <p:cNvPr id="17" name="Graphic 16" descr="Robot with solid fill">
            <a:extLst>
              <a:ext uri="{FF2B5EF4-FFF2-40B4-BE49-F238E27FC236}">
                <a16:creationId xmlns:a16="http://schemas.microsoft.com/office/drawing/2014/main" id="{6638E61A-906A-B945-4A1D-D9C039B08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2684" y="3940277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23A863-C94F-CDF1-7C8E-5B1949C771C9}"/>
              </a:ext>
            </a:extLst>
          </p:cNvPr>
          <p:cNvCxnSpPr/>
          <p:nvPr/>
        </p:nvCxnSpPr>
        <p:spPr>
          <a:xfrm flipV="1">
            <a:off x="1927124" y="1789473"/>
            <a:ext cx="786581" cy="136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7E06D5-AB40-AAB1-D9A7-7E35A603121F}"/>
              </a:ext>
            </a:extLst>
          </p:cNvPr>
          <p:cNvCxnSpPr/>
          <p:nvPr/>
        </p:nvCxnSpPr>
        <p:spPr>
          <a:xfrm>
            <a:off x="1917291" y="3215149"/>
            <a:ext cx="934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6D28AF-3D30-0570-A991-C1D439447CC0}"/>
              </a:ext>
            </a:extLst>
          </p:cNvPr>
          <p:cNvCxnSpPr/>
          <p:nvPr/>
        </p:nvCxnSpPr>
        <p:spPr>
          <a:xfrm>
            <a:off x="1917292" y="3234814"/>
            <a:ext cx="737419" cy="1042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B32551A-21EB-339F-FD62-DBF24B4DBFCA}"/>
              </a:ext>
            </a:extLst>
          </p:cNvPr>
          <p:cNvSpPr/>
          <p:nvPr/>
        </p:nvSpPr>
        <p:spPr>
          <a:xfrm>
            <a:off x="2222089" y="5309420"/>
            <a:ext cx="1494504" cy="5997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Debate Preparation</a:t>
            </a:r>
            <a:endParaRPr lang="en-PK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E708DC-B645-B91F-7571-F33B121571E7}"/>
              </a:ext>
            </a:extLst>
          </p:cNvPr>
          <p:cNvCxnSpPr>
            <a:cxnSpLocks/>
          </p:cNvCxnSpPr>
          <p:nvPr/>
        </p:nvCxnSpPr>
        <p:spPr>
          <a:xfrm>
            <a:off x="3185652" y="1779639"/>
            <a:ext cx="1278195" cy="1376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230B68-B402-A798-3448-D6B431693BEF}"/>
              </a:ext>
            </a:extLst>
          </p:cNvPr>
          <p:cNvCxnSpPr>
            <a:cxnSpLocks/>
          </p:cNvCxnSpPr>
          <p:nvPr/>
        </p:nvCxnSpPr>
        <p:spPr>
          <a:xfrm>
            <a:off x="3165988" y="1750143"/>
            <a:ext cx="1238864" cy="2438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F867AC-829F-902F-FECD-A45B248401AA}"/>
              </a:ext>
            </a:extLst>
          </p:cNvPr>
          <p:cNvCxnSpPr/>
          <p:nvPr/>
        </p:nvCxnSpPr>
        <p:spPr>
          <a:xfrm flipV="1">
            <a:off x="3264312" y="1720647"/>
            <a:ext cx="1258529" cy="1376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35EF8D-2B9C-6E9B-F5AA-B20AFF089376}"/>
              </a:ext>
            </a:extLst>
          </p:cNvPr>
          <p:cNvCxnSpPr/>
          <p:nvPr/>
        </p:nvCxnSpPr>
        <p:spPr>
          <a:xfrm>
            <a:off x="3244647" y="3106995"/>
            <a:ext cx="1347019" cy="1415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791E9A-9AB6-A69C-9120-40AD8170D3B7}"/>
              </a:ext>
            </a:extLst>
          </p:cNvPr>
          <p:cNvCxnSpPr/>
          <p:nvPr/>
        </p:nvCxnSpPr>
        <p:spPr>
          <a:xfrm flipV="1">
            <a:off x="3254479" y="3244645"/>
            <a:ext cx="1238864" cy="1317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A0C619-55F1-4525-9044-F8C416B97D26}"/>
              </a:ext>
            </a:extLst>
          </p:cNvPr>
          <p:cNvCxnSpPr/>
          <p:nvPr/>
        </p:nvCxnSpPr>
        <p:spPr>
          <a:xfrm flipV="1">
            <a:off x="3264311" y="1858297"/>
            <a:ext cx="1229032" cy="253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CFFCE945-4725-5F20-BD39-E9C862E79499}"/>
              </a:ext>
            </a:extLst>
          </p:cNvPr>
          <p:cNvSpPr/>
          <p:nvPr/>
        </p:nvSpPr>
        <p:spPr>
          <a:xfrm>
            <a:off x="5919020" y="894738"/>
            <a:ext cx="511277" cy="560439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8" name="Graphic 77" descr="Clipboard Mixed with solid fill">
            <a:extLst>
              <a:ext uri="{FF2B5EF4-FFF2-40B4-BE49-F238E27FC236}">
                <a16:creationId xmlns:a16="http://schemas.microsoft.com/office/drawing/2014/main" id="{F01C9D5A-ECC1-4746-0CCF-F1C0CFCC4A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8299" y="572731"/>
            <a:ext cx="914400" cy="914400"/>
          </a:xfrm>
          <a:prstGeom prst="rect">
            <a:avLst/>
          </a:prstGeom>
        </p:spPr>
      </p:pic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F70DF41-D361-2503-0023-41639E6D0843}"/>
              </a:ext>
            </a:extLst>
          </p:cNvPr>
          <p:cNvCxnSpPr>
            <a:cxnSpLocks/>
          </p:cNvCxnSpPr>
          <p:nvPr/>
        </p:nvCxnSpPr>
        <p:spPr>
          <a:xfrm flipV="1">
            <a:off x="5004621" y="1042220"/>
            <a:ext cx="855407" cy="6292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55522B5-5D86-38F2-FB44-5E010CA7B6C6}"/>
              </a:ext>
            </a:extLst>
          </p:cNvPr>
          <p:cNvCxnSpPr>
            <a:cxnSpLocks/>
          </p:cNvCxnSpPr>
          <p:nvPr/>
        </p:nvCxnSpPr>
        <p:spPr>
          <a:xfrm flipV="1">
            <a:off x="5053782" y="1111047"/>
            <a:ext cx="776748" cy="1995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0671971-425C-B09D-EFE8-E4E3B9E3BD03}"/>
              </a:ext>
            </a:extLst>
          </p:cNvPr>
          <p:cNvCxnSpPr>
            <a:cxnSpLocks/>
          </p:cNvCxnSpPr>
          <p:nvPr/>
        </p:nvCxnSpPr>
        <p:spPr>
          <a:xfrm flipV="1">
            <a:off x="4955459" y="1238866"/>
            <a:ext cx="855407" cy="30086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BB02C9B-5849-F9DC-F9DA-52251B0CD177}"/>
              </a:ext>
            </a:extLst>
          </p:cNvPr>
          <p:cNvCxnSpPr/>
          <p:nvPr/>
        </p:nvCxnSpPr>
        <p:spPr>
          <a:xfrm>
            <a:off x="5004622" y="1799304"/>
            <a:ext cx="2703871" cy="1425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D286924-5489-BEEE-DE22-A29DDB36B256}"/>
              </a:ext>
            </a:extLst>
          </p:cNvPr>
          <p:cNvCxnSpPr/>
          <p:nvPr/>
        </p:nvCxnSpPr>
        <p:spPr>
          <a:xfrm>
            <a:off x="4975125" y="1818969"/>
            <a:ext cx="2792361" cy="2762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F8BA079-5C79-993C-98C1-CFED050E51C2}"/>
              </a:ext>
            </a:extLst>
          </p:cNvPr>
          <p:cNvCxnSpPr/>
          <p:nvPr/>
        </p:nvCxnSpPr>
        <p:spPr>
          <a:xfrm flipV="1">
            <a:off x="5063614" y="1779639"/>
            <a:ext cx="2566220" cy="135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5C261E0-A6D9-EBC7-96E5-A2ABA2D66C9B}"/>
              </a:ext>
            </a:extLst>
          </p:cNvPr>
          <p:cNvCxnSpPr/>
          <p:nvPr/>
        </p:nvCxnSpPr>
        <p:spPr>
          <a:xfrm>
            <a:off x="5112776" y="3165989"/>
            <a:ext cx="2635045" cy="1455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F9B8EE0-5D11-5428-8C86-37986FDE18C3}"/>
              </a:ext>
            </a:extLst>
          </p:cNvPr>
          <p:cNvCxnSpPr/>
          <p:nvPr/>
        </p:nvCxnSpPr>
        <p:spPr>
          <a:xfrm flipV="1">
            <a:off x="5083279" y="3274143"/>
            <a:ext cx="2585884" cy="1179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0D379B2-F144-D7B8-3EA8-7275D5F53068}"/>
              </a:ext>
            </a:extLst>
          </p:cNvPr>
          <p:cNvCxnSpPr/>
          <p:nvPr/>
        </p:nvCxnSpPr>
        <p:spPr>
          <a:xfrm flipV="1">
            <a:off x="5053782" y="1877964"/>
            <a:ext cx="2625213" cy="2497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95043EB9-C7C0-EB39-985C-0EC5644BAA38}"/>
              </a:ext>
            </a:extLst>
          </p:cNvPr>
          <p:cNvSpPr/>
          <p:nvPr/>
        </p:nvSpPr>
        <p:spPr>
          <a:xfrm>
            <a:off x="4852218" y="5388079"/>
            <a:ext cx="1435511" cy="9684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Debate 1</a:t>
            </a:r>
            <a:endParaRPr lang="en-P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F5F95BF-662E-1CF2-D63E-75CC5DF8D402}"/>
              </a:ext>
            </a:extLst>
          </p:cNvPr>
          <p:cNvSpPr/>
          <p:nvPr/>
        </p:nvSpPr>
        <p:spPr>
          <a:xfrm>
            <a:off x="7364362" y="5466737"/>
            <a:ext cx="1120877" cy="4424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Debate N</a:t>
            </a:r>
            <a:endParaRPr lang="en-PK" dirty="0"/>
          </a:p>
        </p:txBody>
      </p:sp>
      <p:pic>
        <p:nvPicPr>
          <p:cNvPr id="104" name="Graphic 103" descr="Checklist with solid fill">
            <a:extLst>
              <a:ext uri="{FF2B5EF4-FFF2-40B4-BE49-F238E27FC236}">
                <a16:creationId xmlns:a16="http://schemas.microsoft.com/office/drawing/2014/main" id="{A4F83CDD-E27C-D16F-DF3D-6B0084249C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4892" y="700549"/>
            <a:ext cx="914400" cy="914400"/>
          </a:xfrm>
          <a:prstGeom prst="rect">
            <a:avLst/>
          </a:prstGeom>
        </p:spPr>
      </p:pic>
      <p:pic>
        <p:nvPicPr>
          <p:cNvPr id="106" name="Graphic 105" descr="Clipboard with solid fill">
            <a:extLst>
              <a:ext uri="{FF2B5EF4-FFF2-40B4-BE49-F238E27FC236}">
                <a16:creationId xmlns:a16="http://schemas.microsoft.com/office/drawing/2014/main" id="{CFEAC870-CE41-5D22-249C-5CB2A31EC5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16905" y="2571195"/>
            <a:ext cx="914400" cy="914400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48B1749-3F3B-92E7-166F-B153A7039BEB}"/>
              </a:ext>
            </a:extLst>
          </p:cNvPr>
          <p:cNvCxnSpPr/>
          <p:nvPr/>
        </p:nvCxnSpPr>
        <p:spPr>
          <a:xfrm flipV="1">
            <a:off x="8200105" y="1130711"/>
            <a:ext cx="1337187" cy="57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D297F1-B15C-12AF-B9BB-D95876464088}"/>
              </a:ext>
            </a:extLst>
          </p:cNvPr>
          <p:cNvCxnSpPr/>
          <p:nvPr/>
        </p:nvCxnSpPr>
        <p:spPr>
          <a:xfrm flipV="1">
            <a:off x="8200104" y="1170039"/>
            <a:ext cx="1307691" cy="2113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6FE36B0-455E-AA76-AAB1-0D43B4CD3331}"/>
              </a:ext>
            </a:extLst>
          </p:cNvPr>
          <p:cNvCxnSpPr/>
          <p:nvPr/>
        </p:nvCxnSpPr>
        <p:spPr>
          <a:xfrm flipV="1">
            <a:off x="8239434" y="1189704"/>
            <a:ext cx="1288025" cy="3254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49CB6CE-0715-5C04-B118-D962362D7B4C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9874105" y="2084440"/>
            <a:ext cx="0" cy="486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9" name="Graphic 118" descr="Computer with solid fill">
            <a:extLst>
              <a:ext uri="{FF2B5EF4-FFF2-40B4-BE49-F238E27FC236}">
                <a16:creationId xmlns:a16="http://schemas.microsoft.com/office/drawing/2014/main" id="{D108ACA1-A564-D332-E4F0-127729B399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93047" y="4161504"/>
            <a:ext cx="914400" cy="914400"/>
          </a:xfrm>
          <a:prstGeom prst="rect">
            <a:avLst/>
          </a:prstGeom>
        </p:spPr>
      </p:pic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311BD91-2F29-3423-91CD-1283244B4D13}"/>
              </a:ext>
            </a:extLst>
          </p:cNvPr>
          <p:cNvCxnSpPr>
            <a:cxnSpLocks/>
          </p:cNvCxnSpPr>
          <p:nvPr/>
        </p:nvCxnSpPr>
        <p:spPr>
          <a:xfrm>
            <a:off x="9901084" y="3696931"/>
            <a:ext cx="0" cy="452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8A34EC5-240B-A192-C47E-8646AC15274F}"/>
              </a:ext>
            </a:extLst>
          </p:cNvPr>
          <p:cNvSpPr/>
          <p:nvPr/>
        </p:nvSpPr>
        <p:spPr>
          <a:xfrm>
            <a:off x="2743201" y="2054943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PK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A7675F-6E67-0B9D-46B5-1E68D8942314}"/>
              </a:ext>
            </a:extLst>
          </p:cNvPr>
          <p:cNvSpPr/>
          <p:nvPr/>
        </p:nvSpPr>
        <p:spPr>
          <a:xfrm>
            <a:off x="2787447" y="3534697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PK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B49F64C-DEE6-2473-6144-2BFA90751342}"/>
              </a:ext>
            </a:extLst>
          </p:cNvPr>
          <p:cNvSpPr/>
          <p:nvPr/>
        </p:nvSpPr>
        <p:spPr>
          <a:xfrm>
            <a:off x="2733370" y="4827639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PK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7DBB048-E900-816A-53E9-FE9E24F0AEF9}"/>
              </a:ext>
            </a:extLst>
          </p:cNvPr>
          <p:cNvSpPr/>
          <p:nvPr/>
        </p:nvSpPr>
        <p:spPr>
          <a:xfrm>
            <a:off x="4517923" y="2177845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PK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8B7ECAF-E09F-3AF3-D3DE-0837CBC1B83D}"/>
              </a:ext>
            </a:extLst>
          </p:cNvPr>
          <p:cNvSpPr/>
          <p:nvPr/>
        </p:nvSpPr>
        <p:spPr>
          <a:xfrm>
            <a:off x="4542505" y="3598607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PK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22524EE-92B4-5621-339D-0DA0D9000605}"/>
              </a:ext>
            </a:extLst>
          </p:cNvPr>
          <p:cNvSpPr/>
          <p:nvPr/>
        </p:nvSpPr>
        <p:spPr>
          <a:xfrm>
            <a:off x="4517925" y="4871884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PK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5B55B01-F1E3-372F-A513-EB1646494680}"/>
              </a:ext>
            </a:extLst>
          </p:cNvPr>
          <p:cNvSpPr/>
          <p:nvPr/>
        </p:nvSpPr>
        <p:spPr>
          <a:xfrm>
            <a:off x="7664246" y="2128684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PK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47CF16C-1390-7770-9980-37329C2788E9}"/>
              </a:ext>
            </a:extLst>
          </p:cNvPr>
          <p:cNvSpPr/>
          <p:nvPr/>
        </p:nvSpPr>
        <p:spPr>
          <a:xfrm>
            <a:off x="7718323" y="3598607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PK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A4ABB5-5E27-F21F-D896-A5F9BF091853}"/>
              </a:ext>
            </a:extLst>
          </p:cNvPr>
          <p:cNvSpPr/>
          <p:nvPr/>
        </p:nvSpPr>
        <p:spPr>
          <a:xfrm>
            <a:off x="7703577" y="4911213"/>
            <a:ext cx="442452" cy="294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PK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A7988C3-8BC6-F9A0-776F-4886C5E54614}"/>
              </a:ext>
            </a:extLst>
          </p:cNvPr>
          <p:cNvSpPr/>
          <p:nvPr/>
        </p:nvSpPr>
        <p:spPr>
          <a:xfrm>
            <a:off x="5648632" y="1430595"/>
            <a:ext cx="1115963" cy="417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Decider</a:t>
            </a:r>
            <a:endParaRPr lang="en-PK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6D7B458-40B1-AA78-89D2-C1F4940227ED}"/>
              </a:ext>
            </a:extLst>
          </p:cNvPr>
          <p:cNvSpPr/>
          <p:nvPr/>
        </p:nvSpPr>
        <p:spPr>
          <a:xfrm>
            <a:off x="9360309" y="1592829"/>
            <a:ext cx="1115963" cy="417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Collector</a:t>
            </a:r>
            <a:endParaRPr lang="en-PK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AF94A0B-0AD5-1697-5D9E-56C071517578}"/>
              </a:ext>
            </a:extLst>
          </p:cNvPr>
          <p:cNvSpPr/>
          <p:nvPr/>
        </p:nvSpPr>
        <p:spPr>
          <a:xfrm>
            <a:off x="9261988" y="3338054"/>
            <a:ext cx="1406013" cy="417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Summarizer</a:t>
            </a:r>
            <a:endParaRPr lang="en-PK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106A47F-63F7-E549-A466-F1B67577E9FB}"/>
              </a:ext>
            </a:extLst>
          </p:cNvPr>
          <p:cNvSpPr/>
          <p:nvPr/>
        </p:nvSpPr>
        <p:spPr>
          <a:xfrm>
            <a:off x="9384889" y="4940713"/>
            <a:ext cx="1115963" cy="417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0435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22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Zainab</dc:creator>
  <cp:lastModifiedBy>Maha Zainab</cp:lastModifiedBy>
  <cp:revision>2</cp:revision>
  <dcterms:created xsi:type="dcterms:W3CDTF">2025-11-19T15:24:43Z</dcterms:created>
  <dcterms:modified xsi:type="dcterms:W3CDTF">2025-11-19T18:37:07Z</dcterms:modified>
</cp:coreProperties>
</file>