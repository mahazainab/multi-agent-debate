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4" r:id="rId3"/>
    <p:sldId id="263" r:id="rId4"/>
    <p:sldId id="265" r:id="rId5"/>
  </p:sldIdLst>
  <p:sldSz cx="15119350" cy="89995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98"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89919" y="1472842"/>
            <a:ext cx="11339513" cy="3133172"/>
          </a:xfrm>
        </p:spPr>
        <p:txBody>
          <a:bodyPr anchor="b"/>
          <a:lstStyle>
            <a:lvl1pPr algn="ctr">
              <a:defRPr sz="7441"/>
            </a:lvl1pPr>
          </a:lstStyle>
          <a:p>
            <a:r>
              <a:rPr lang="en-US"/>
              <a:t>Click to edit Master title style</a:t>
            </a:r>
            <a:endParaRPr lang="en-US" dirty="0"/>
          </a:p>
        </p:txBody>
      </p:sp>
      <p:sp>
        <p:nvSpPr>
          <p:cNvPr id="3" name="Subtitle 2"/>
          <p:cNvSpPr>
            <a:spLocks noGrp="1"/>
          </p:cNvSpPr>
          <p:nvPr>
            <p:ph type="subTitle" idx="1"/>
          </p:nvPr>
        </p:nvSpPr>
        <p:spPr>
          <a:xfrm>
            <a:off x="1889919" y="4726842"/>
            <a:ext cx="11339513" cy="2172804"/>
          </a:xfrm>
        </p:spPr>
        <p:txBody>
          <a:bodyPr/>
          <a:lstStyle>
            <a:lvl1pPr marL="0" indent="0" algn="ctr">
              <a:buNone/>
              <a:defRPr sz="2976"/>
            </a:lvl1pPr>
            <a:lvl2pPr marL="566974" indent="0" algn="ctr">
              <a:buNone/>
              <a:defRPr sz="2480"/>
            </a:lvl2pPr>
            <a:lvl3pPr marL="1133947" indent="0" algn="ctr">
              <a:buNone/>
              <a:defRPr sz="2232"/>
            </a:lvl3pPr>
            <a:lvl4pPr marL="1700921" indent="0" algn="ctr">
              <a:buNone/>
              <a:defRPr sz="1984"/>
            </a:lvl4pPr>
            <a:lvl5pPr marL="2267895" indent="0" algn="ctr">
              <a:buNone/>
              <a:defRPr sz="1984"/>
            </a:lvl5pPr>
            <a:lvl6pPr marL="2834869" indent="0" algn="ctr">
              <a:buNone/>
              <a:defRPr sz="1984"/>
            </a:lvl6pPr>
            <a:lvl7pPr marL="3401842" indent="0" algn="ctr">
              <a:buNone/>
              <a:defRPr sz="1984"/>
            </a:lvl7pPr>
            <a:lvl8pPr marL="3968816" indent="0" algn="ctr">
              <a:buNone/>
              <a:defRPr sz="1984"/>
            </a:lvl8pPr>
            <a:lvl9pPr marL="4535790" indent="0" algn="ctr">
              <a:buNone/>
              <a:defRPr sz="198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5ECA0AB-BE05-4FEE-88A9-3FF7C18BA6F9}" type="datetimeFigureOut">
              <a:rPr lang="en-PK" smtClean="0"/>
              <a:t>13/11/2025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3063462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CA0AB-BE05-4FEE-88A9-3FF7C18BA6F9}" type="datetimeFigureOut">
              <a:rPr lang="en-PK" smtClean="0"/>
              <a:t>13/11/2025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4194131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31581" y="2243636"/>
            <a:ext cx="13040439" cy="3743557"/>
          </a:xfrm>
        </p:spPr>
        <p:txBody>
          <a:bodyPr anchor="b"/>
          <a:lstStyle>
            <a:lvl1pPr>
              <a:defRPr sz="7441"/>
            </a:lvl1pPr>
          </a:lstStyle>
          <a:p>
            <a:r>
              <a:rPr lang="en-US"/>
              <a:t>Click to edit Master title style</a:t>
            </a:r>
            <a:endParaRPr lang="en-US" dirty="0"/>
          </a:p>
        </p:txBody>
      </p:sp>
      <p:sp>
        <p:nvSpPr>
          <p:cNvPr id="3" name="Text Placeholder 2"/>
          <p:cNvSpPr>
            <a:spLocks noGrp="1"/>
          </p:cNvSpPr>
          <p:nvPr>
            <p:ph type="body" idx="1"/>
          </p:nvPr>
        </p:nvSpPr>
        <p:spPr>
          <a:xfrm>
            <a:off x="1031581" y="6022609"/>
            <a:ext cx="13040439" cy="1968648"/>
          </a:xfrm>
        </p:spPr>
        <p:txBody>
          <a:bodyPr/>
          <a:lstStyle>
            <a:lvl1pPr marL="0" indent="0">
              <a:buNone/>
              <a:defRPr sz="2976">
                <a:solidFill>
                  <a:schemeClr val="tx1">
                    <a:tint val="82000"/>
                  </a:schemeClr>
                </a:solidFill>
              </a:defRPr>
            </a:lvl1pPr>
            <a:lvl2pPr marL="566974" indent="0">
              <a:buNone/>
              <a:defRPr sz="2480">
                <a:solidFill>
                  <a:schemeClr val="tx1">
                    <a:tint val="82000"/>
                  </a:schemeClr>
                </a:solidFill>
              </a:defRPr>
            </a:lvl2pPr>
            <a:lvl3pPr marL="1133947" indent="0">
              <a:buNone/>
              <a:defRPr sz="2232">
                <a:solidFill>
                  <a:schemeClr val="tx1">
                    <a:tint val="82000"/>
                  </a:schemeClr>
                </a:solidFill>
              </a:defRPr>
            </a:lvl3pPr>
            <a:lvl4pPr marL="1700921" indent="0">
              <a:buNone/>
              <a:defRPr sz="1984">
                <a:solidFill>
                  <a:schemeClr val="tx1">
                    <a:tint val="82000"/>
                  </a:schemeClr>
                </a:solidFill>
              </a:defRPr>
            </a:lvl4pPr>
            <a:lvl5pPr marL="2267895" indent="0">
              <a:buNone/>
              <a:defRPr sz="1984">
                <a:solidFill>
                  <a:schemeClr val="tx1">
                    <a:tint val="82000"/>
                  </a:schemeClr>
                </a:solidFill>
              </a:defRPr>
            </a:lvl5pPr>
            <a:lvl6pPr marL="2834869" indent="0">
              <a:buNone/>
              <a:defRPr sz="1984">
                <a:solidFill>
                  <a:schemeClr val="tx1">
                    <a:tint val="82000"/>
                  </a:schemeClr>
                </a:solidFill>
              </a:defRPr>
            </a:lvl6pPr>
            <a:lvl7pPr marL="3401842" indent="0">
              <a:buNone/>
              <a:defRPr sz="1984">
                <a:solidFill>
                  <a:schemeClr val="tx1">
                    <a:tint val="82000"/>
                  </a:schemeClr>
                </a:solidFill>
              </a:defRPr>
            </a:lvl7pPr>
            <a:lvl8pPr marL="3968816" indent="0">
              <a:buNone/>
              <a:defRPr sz="1984">
                <a:solidFill>
                  <a:schemeClr val="tx1">
                    <a:tint val="82000"/>
                  </a:schemeClr>
                </a:solidFill>
              </a:defRPr>
            </a:lvl8pPr>
            <a:lvl9pPr marL="4535790" indent="0">
              <a:buNone/>
              <a:defRPr sz="1984">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ECA0AB-BE05-4FEE-88A9-3FF7C18BA6F9}" type="datetimeFigureOut">
              <a:rPr lang="en-PK" smtClean="0"/>
              <a:t>13/11/2025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2516914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39455" y="2395710"/>
            <a:ext cx="6425724" cy="57101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54171" y="2395710"/>
            <a:ext cx="6425724" cy="57101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ECA0AB-BE05-4FEE-88A9-3FF7C18BA6F9}" type="datetimeFigureOut">
              <a:rPr lang="en-PK" smtClean="0"/>
              <a:t>13/11/2025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416585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41425" y="479143"/>
            <a:ext cx="13040439" cy="173949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41425" y="2206137"/>
            <a:ext cx="6396193" cy="1081194"/>
          </a:xfrm>
        </p:spPr>
        <p:txBody>
          <a:bodyPr anchor="b"/>
          <a:lstStyle>
            <a:lvl1pPr marL="0" indent="0">
              <a:buNone/>
              <a:defRPr sz="2976" b="1"/>
            </a:lvl1pPr>
            <a:lvl2pPr marL="566974" indent="0">
              <a:buNone/>
              <a:defRPr sz="2480" b="1"/>
            </a:lvl2pPr>
            <a:lvl3pPr marL="1133947" indent="0">
              <a:buNone/>
              <a:defRPr sz="2232" b="1"/>
            </a:lvl3pPr>
            <a:lvl4pPr marL="1700921" indent="0">
              <a:buNone/>
              <a:defRPr sz="1984" b="1"/>
            </a:lvl4pPr>
            <a:lvl5pPr marL="2267895" indent="0">
              <a:buNone/>
              <a:defRPr sz="1984" b="1"/>
            </a:lvl5pPr>
            <a:lvl6pPr marL="2834869" indent="0">
              <a:buNone/>
              <a:defRPr sz="1984" b="1"/>
            </a:lvl6pPr>
            <a:lvl7pPr marL="3401842" indent="0">
              <a:buNone/>
              <a:defRPr sz="1984" b="1"/>
            </a:lvl7pPr>
            <a:lvl8pPr marL="3968816" indent="0">
              <a:buNone/>
              <a:defRPr sz="1984" b="1"/>
            </a:lvl8pPr>
            <a:lvl9pPr marL="4535790" indent="0">
              <a:buNone/>
              <a:defRPr sz="1984" b="1"/>
            </a:lvl9pPr>
          </a:lstStyle>
          <a:p>
            <a:pPr lvl="0"/>
            <a:r>
              <a:rPr lang="en-US"/>
              <a:t>Click to edit Master text styles</a:t>
            </a:r>
          </a:p>
        </p:txBody>
      </p:sp>
      <p:sp>
        <p:nvSpPr>
          <p:cNvPr id="4" name="Content Placeholder 3"/>
          <p:cNvSpPr>
            <a:spLocks noGrp="1"/>
          </p:cNvSpPr>
          <p:nvPr>
            <p:ph sz="half" idx="2"/>
          </p:nvPr>
        </p:nvSpPr>
        <p:spPr>
          <a:xfrm>
            <a:off x="1041425" y="3287331"/>
            <a:ext cx="6396193" cy="4835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54171" y="2206137"/>
            <a:ext cx="6427693" cy="1081194"/>
          </a:xfrm>
        </p:spPr>
        <p:txBody>
          <a:bodyPr anchor="b"/>
          <a:lstStyle>
            <a:lvl1pPr marL="0" indent="0">
              <a:buNone/>
              <a:defRPr sz="2976" b="1"/>
            </a:lvl1pPr>
            <a:lvl2pPr marL="566974" indent="0">
              <a:buNone/>
              <a:defRPr sz="2480" b="1"/>
            </a:lvl2pPr>
            <a:lvl3pPr marL="1133947" indent="0">
              <a:buNone/>
              <a:defRPr sz="2232" b="1"/>
            </a:lvl3pPr>
            <a:lvl4pPr marL="1700921" indent="0">
              <a:buNone/>
              <a:defRPr sz="1984" b="1"/>
            </a:lvl4pPr>
            <a:lvl5pPr marL="2267895" indent="0">
              <a:buNone/>
              <a:defRPr sz="1984" b="1"/>
            </a:lvl5pPr>
            <a:lvl6pPr marL="2834869" indent="0">
              <a:buNone/>
              <a:defRPr sz="1984" b="1"/>
            </a:lvl6pPr>
            <a:lvl7pPr marL="3401842" indent="0">
              <a:buNone/>
              <a:defRPr sz="1984" b="1"/>
            </a:lvl7pPr>
            <a:lvl8pPr marL="3968816" indent="0">
              <a:buNone/>
              <a:defRPr sz="1984" b="1"/>
            </a:lvl8pPr>
            <a:lvl9pPr marL="4535790" indent="0">
              <a:buNone/>
              <a:defRPr sz="1984" b="1"/>
            </a:lvl9pPr>
          </a:lstStyle>
          <a:p>
            <a:pPr lvl="0"/>
            <a:r>
              <a:rPr lang="en-US"/>
              <a:t>Click to edit Master text styles</a:t>
            </a:r>
          </a:p>
        </p:txBody>
      </p:sp>
      <p:sp>
        <p:nvSpPr>
          <p:cNvPr id="6" name="Content Placeholder 5"/>
          <p:cNvSpPr>
            <a:spLocks noGrp="1"/>
          </p:cNvSpPr>
          <p:nvPr>
            <p:ph sz="quarter" idx="4"/>
          </p:nvPr>
        </p:nvSpPr>
        <p:spPr>
          <a:xfrm>
            <a:off x="7654171" y="3287331"/>
            <a:ext cx="6427693" cy="4835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ECA0AB-BE05-4FEE-88A9-3FF7C18BA6F9}" type="datetimeFigureOut">
              <a:rPr lang="en-PK" smtClean="0"/>
              <a:t>13/11/2025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770966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ECA0AB-BE05-4FEE-88A9-3FF7C18BA6F9}" type="datetimeFigureOut">
              <a:rPr lang="en-PK" smtClean="0"/>
              <a:t>13/11/2025</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3103089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ECA0AB-BE05-4FEE-88A9-3FF7C18BA6F9}" type="datetimeFigureOut">
              <a:rPr lang="en-PK" smtClean="0"/>
              <a:t>13/11/2025</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1936474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599969"/>
            <a:ext cx="4876383" cy="2099892"/>
          </a:xfrm>
        </p:spPr>
        <p:txBody>
          <a:bodyPr anchor="b"/>
          <a:lstStyle>
            <a:lvl1pPr>
              <a:defRPr sz="3968"/>
            </a:lvl1pPr>
          </a:lstStyle>
          <a:p>
            <a:r>
              <a:rPr lang="en-US"/>
              <a:t>Click to edit Master title style</a:t>
            </a:r>
            <a:endParaRPr lang="en-US" dirty="0"/>
          </a:p>
        </p:txBody>
      </p:sp>
      <p:sp>
        <p:nvSpPr>
          <p:cNvPr id="3" name="Content Placeholder 2"/>
          <p:cNvSpPr>
            <a:spLocks noGrp="1"/>
          </p:cNvSpPr>
          <p:nvPr>
            <p:ph idx="1"/>
          </p:nvPr>
        </p:nvSpPr>
        <p:spPr>
          <a:xfrm>
            <a:off x="6427693" y="1295767"/>
            <a:ext cx="7654171" cy="6395505"/>
          </a:xfrm>
        </p:spPr>
        <p:txBody>
          <a:bodyPr/>
          <a:lstStyle>
            <a:lvl1pPr>
              <a:defRPr sz="3968"/>
            </a:lvl1pPr>
            <a:lvl2pPr>
              <a:defRPr sz="3472"/>
            </a:lvl2pPr>
            <a:lvl3pPr>
              <a:defRPr sz="2976"/>
            </a:lvl3pPr>
            <a:lvl4pPr>
              <a:defRPr sz="2480"/>
            </a:lvl4pPr>
            <a:lvl5pPr>
              <a:defRPr sz="2480"/>
            </a:lvl5pPr>
            <a:lvl6pPr>
              <a:defRPr sz="2480"/>
            </a:lvl6pPr>
            <a:lvl7pPr>
              <a:defRPr sz="2480"/>
            </a:lvl7pPr>
            <a:lvl8pPr>
              <a:defRPr sz="2480"/>
            </a:lvl8pPr>
            <a:lvl9pPr>
              <a:defRPr sz="24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41425" y="2699862"/>
            <a:ext cx="4876383" cy="5001827"/>
          </a:xfrm>
        </p:spPr>
        <p:txBody>
          <a:bodyPr/>
          <a:lstStyle>
            <a:lvl1pPr marL="0" indent="0">
              <a:buNone/>
              <a:defRPr sz="1984"/>
            </a:lvl1pPr>
            <a:lvl2pPr marL="566974" indent="0">
              <a:buNone/>
              <a:defRPr sz="1736"/>
            </a:lvl2pPr>
            <a:lvl3pPr marL="1133947" indent="0">
              <a:buNone/>
              <a:defRPr sz="1488"/>
            </a:lvl3pPr>
            <a:lvl4pPr marL="1700921" indent="0">
              <a:buNone/>
              <a:defRPr sz="1240"/>
            </a:lvl4pPr>
            <a:lvl5pPr marL="2267895" indent="0">
              <a:buNone/>
              <a:defRPr sz="1240"/>
            </a:lvl5pPr>
            <a:lvl6pPr marL="2834869" indent="0">
              <a:buNone/>
              <a:defRPr sz="1240"/>
            </a:lvl6pPr>
            <a:lvl7pPr marL="3401842" indent="0">
              <a:buNone/>
              <a:defRPr sz="1240"/>
            </a:lvl7pPr>
            <a:lvl8pPr marL="3968816" indent="0">
              <a:buNone/>
              <a:defRPr sz="1240"/>
            </a:lvl8pPr>
            <a:lvl9pPr marL="4535790" indent="0">
              <a:buNone/>
              <a:defRPr sz="1240"/>
            </a:lvl9pPr>
          </a:lstStyle>
          <a:p>
            <a:pPr lvl="0"/>
            <a:r>
              <a:rPr lang="en-US"/>
              <a:t>Click to edit Master text styles</a:t>
            </a:r>
          </a:p>
        </p:txBody>
      </p:sp>
      <p:sp>
        <p:nvSpPr>
          <p:cNvPr id="5" name="Date Placeholder 4"/>
          <p:cNvSpPr>
            <a:spLocks noGrp="1"/>
          </p:cNvSpPr>
          <p:nvPr>
            <p:ph type="dt" sz="half" idx="10"/>
          </p:nvPr>
        </p:nvSpPr>
        <p:spPr/>
        <p:txBody>
          <a:bodyPr/>
          <a:lstStyle/>
          <a:p>
            <a:fld id="{35ECA0AB-BE05-4FEE-88A9-3FF7C18BA6F9}" type="datetimeFigureOut">
              <a:rPr lang="en-PK" smtClean="0"/>
              <a:t>13/11/2025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1122822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599969"/>
            <a:ext cx="4876383" cy="2099892"/>
          </a:xfrm>
        </p:spPr>
        <p:txBody>
          <a:bodyPr anchor="b"/>
          <a:lstStyle>
            <a:lvl1pPr>
              <a:defRPr sz="3968"/>
            </a:lvl1pPr>
          </a:lstStyle>
          <a:p>
            <a:r>
              <a:rPr lang="en-US"/>
              <a:t>Click to edit Master title style</a:t>
            </a:r>
            <a:endParaRPr lang="en-US" dirty="0"/>
          </a:p>
        </p:txBody>
      </p:sp>
      <p:sp>
        <p:nvSpPr>
          <p:cNvPr id="3" name="Picture Placeholder 2"/>
          <p:cNvSpPr>
            <a:spLocks noGrp="1" noChangeAspect="1"/>
          </p:cNvSpPr>
          <p:nvPr>
            <p:ph type="pic" idx="1"/>
          </p:nvPr>
        </p:nvSpPr>
        <p:spPr>
          <a:xfrm>
            <a:off x="6427693" y="1295767"/>
            <a:ext cx="7654171" cy="6395505"/>
          </a:xfrm>
        </p:spPr>
        <p:txBody>
          <a:bodyPr anchor="t"/>
          <a:lstStyle>
            <a:lvl1pPr marL="0" indent="0">
              <a:buNone/>
              <a:defRPr sz="3968"/>
            </a:lvl1pPr>
            <a:lvl2pPr marL="566974" indent="0">
              <a:buNone/>
              <a:defRPr sz="3472"/>
            </a:lvl2pPr>
            <a:lvl3pPr marL="1133947" indent="0">
              <a:buNone/>
              <a:defRPr sz="2976"/>
            </a:lvl3pPr>
            <a:lvl4pPr marL="1700921" indent="0">
              <a:buNone/>
              <a:defRPr sz="2480"/>
            </a:lvl4pPr>
            <a:lvl5pPr marL="2267895" indent="0">
              <a:buNone/>
              <a:defRPr sz="2480"/>
            </a:lvl5pPr>
            <a:lvl6pPr marL="2834869" indent="0">
              <a:buNone/>
              <a:defRPr sz="2480"/>
            </a:lvl6pPr>
            <a:lvl7pPr marL="3401842" indent="0">
              <a:buNone/>
              <a:defRPr sz="2480"/>
            </a:lvl7pPr>
            <a:lvl8pPr marL="3968816" indent="0">
              <a:buNone/>
              <a:defRPr sz="2480"/>
            </a:lvl8pPr>
            <a:lvl9pPr marL="4535790" indent="0">
              <a:buNone/>
              <a:defRPr sz="2480"/>
            </a:lvl9pPr>
          </a:lstStyle>
          <a:p>
            <a:r>
              <a:rPr lang="en-US"/>
              <a:t>Click icon to add picture</a:t>
            </a:r>
            <a:endParaRPr lang="en-US" dirty="0"/>
          </a:p>
        </p:txBody>
      </p:sp>
      <p:sp>
        <p:nvSpPr>
          <p:cNvPr id="4" name="Text Placeholder 3"/>
          <p:cNvSpPr>
            <a:spLocks noGrp="1"/>
          </p:cNvSpPr>
          <p:nvPr>
            <p:ph type="body" sz="half" idx="2"/>
          </p:nvPr>
        </p:nvSpPr>
        <p:spPr>
          <a:xfrm>
            <a:off x="1041425" y="2699862"/>
            <a:ext cx="4876383" cy="5001827"/>
          </a:xfrm>
        </p:spPr>
        <p:txBody>
          <a:bodyPr/>
          <a:lstStyle>
            <a:lvl1pPr marL="0" indent="0">
              <a:buNone/>
              <a:defRPr sz="1984"/>
            </a:lvl1pPr>
            <a:lvl2pPr marL="566974" indent="0">
              <a:buNone/>
              <a:defRPr sz="1736"/>
            </a:lvl2pPr>
            <a:lvl3pPr marL="1133947" indent="0">
              <a:buNone/>
              <a:defRPr sz="1488"/>
            </a:lvl3pPr>
            <a:lvl4pPr marL="1700921" indent="0">
              <a:buNone/>
              <a:defRPr sz="1240"/>
            </a:lvl4pPr>
            <a:lvl5pPr marL="2267895" indent="0">
              <a:buNone/>
              <a:defRPr sz="1240"/>
            </a:lvl5pPr>
            <a:lvl6pPr marL="2834869" indent="0">
              <a:buNone/>
              <a:defRPr sz="1240"/>
            </a:lvl6pPr>
            <a:lvl7pPr marL="3401842" indent="0">
              <a:buNone/>
              <a:defRPr sz="1240"/>
            </a:lvl7pPr>
            <a:lvl8pPr marL="3968816" indent="0">
              <a:buNone/>
              <a:defRPr sz="1240"/>
            </a:lvl8pPr>
            <a:lvl9pPr marL="4535790" indent="0">
              <a:buNone/>
              <a:defRPr sz="1240"/>
            </a:lvl9pPr>
          </a:lstStyle>
          <a:p>
            <a:pPr lvl="0"/>
            <a:r>
              <a:rPr lang="en-US"/>
              <a:t>Click to edit Master text styles</a:t>
            </a:r>
          </a:p>
        </p:txBody>
      </p:sp>
      <p:sp>
        <p:nvSpPr>
          <p:cNvPr id="5" name="Date Placeholder 4"/>
          <p:cNvSpPr>
            <a:spLocks noGrp="1"/>
          </p:cNvSpPr>
          <p:nvPr>
            <p:ph type="dt" sz="half" idx="10"/>
          </p:nvPr>
        </p:nvSpPr>
        <p:spPr/>
        <p:txBody>
          <a:bodyPr/>
          <a:lstStyle/>
          <a:p>
            <a:fld id="{35ECA0AB-BE05-4FEE-88A9-3FF7C18BA6F9}" type="datetimeFigureOut">
              <a:rPr lang="en-PK" smtClean="0"/>
              <a:t>13/11/2025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1567503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CA0AB-BE05-4FEE-88A9-3FF7C18BA6F9}" type="datetimeFigureOut">
              <a:rPr lang="en-PK" smtClean="0"/>
              <a:t>13/11/2025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1933820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5" y="479142"/>
            <a:ext cx="3260110" cy="762669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39455" y="479142"/>
            <a:ext cx="9591338" cy="762669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CA0AB-BE05-4FEE-88A9-3FF7C18BA6F9}" type="datetimeFigureOut">
              <a:rPr lang="en-PK" smtClean="0"/>
              <a:t>13/11/2025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F5E46F5-1841-4B16-8E7F-E3A2DF669676}" type="slidenum">
              <a:rPr lang="en-PK" smtClean="0"/>
              <a:t>‹#›</a:t>
            </a:fld>
            <a:endParaRPr lang="en-PK"/>
          </a:p>
        </p:txBody>
      </p:sp>
    </p:spTree>
    <p:extLst>
      <p:ext uri="{BB962C8B-B14F-4D97-AF65-F5344CB8AC3E}">
        <p14:creationId xmlns:p14="http://schemas.microsoft.com/office/powerpoint/2010/main" val="4286677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479143"/>
            <a:ext cx="13040439" cy="173949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39456" y="2395710"/>
            <a:ext cx="13040439" cy="57101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9455" y="8341239"/>
            <a:ext cx="3401854" cy="479142"/>
          </a:xfrm>
          <a:prstGeom prst="rect">
            <a:avLst/>
          </a:prstGeom>
        </p:spPr>
        <p:txBody>
          <a:bodyPr vert="horz" lIns="91440" tIns="45720" rIns="91440" bIns="45720" rtlCol="0" anchor="ctr"/>
          <a:lstStyle>
            <a:lvl1pPr algn="l">
              <a:defRPr sz="1488">
                <a:solidFill>
                  <a:schemeClr val="tx1">
                    <a:tint val="82000"/>
                  </a:schemeClr>
                </a:solidFill>
              </a:defRPr>
            </a:lvl1pPr>
          </a:lstStyle>
          <a:p>
            <a:fld id="{35ECA0AB-BE05-4FEE-88A9-3FF7C18BA6F9}" type="datetimeFigureOut">
              <a:rPr lang="en-PK" smtClean="0"/>
              <a:t>13/11/2025</a:t>
            </a:fld>
            <a:endParaRPr lang="en-PK"/>
          </a:p>
        </p:txBody>
      </p:sp>
      <p:sp>
        <p:nvSpPr>
          <p:cNvPr id="5" name="Footer Placeholder 4"/>
          <p:cNvSpPr>
            <a:spLocks noGrp="1"/>
          </p:cNvSpPr>
          <p:nvPr>
            <p:ph type="ftr" sz="quarter" idx="3"/>
          </p:nvPr>
        </p:nvSpPr>
        <p:spPr>
          <a:xfrm>
            <a:off x="5008285" y="8341239"/>
            <a:ext cx="5102781" cy="479142"/>
          </a:xfrm>
          <a:prstGeom prst="rect">
            <a:avLst/>
          </a:prstGeom>
        </p:spPr>
        <p:txBody>
          <a:bodyPr vert="horz" lIns="91440" tIns="45720" rIns="91440" bIns="45720" rtlCol="0" anchor="ctr"/>
          <a:lstStyle>
            <a:lvl1pPr algn="ctr">
              <a:defRPr sz="1488">
                <a:solidFill>
                  <a:schemeClr val="tx1">
                    <a:tint val="82000"/>
                  </a:schemeClr>
                </a:solidFill>
              </a:defRPr>
            </a:lvl1pPr>
          </a:lstStyle>
          <a:p>
            <a:endParaRPr lang="en-PK"/>
          </a:p>
        </p:txBody>
      </p:sp>
      <p:sp>
        <p:nvSpPr>
          <p:cNvPr id="6" name="Slide Number Placeholder 5"/>
          <p:cNvSpPr>
            <a:spLocks noGrp="1"/>
          </p:cNvSpPr>
          <p:nvPr>
            <p:ph type="sldNum" sz="quarter" idx="4"/>
          </p:nvPr>
        </p:nvSpPr>
        <p:spPr>
          <a:xfrm>
            <a:off x="10678041" y="8341239"/>
            <a:ext cx="3401854" cy="479142"/>
          </a:xfrm>
          <a:prstGeom prst="rect">
            <a:avLst/>
          </a:prstGeom>
        </p:spPr>
        <p:txBody>
          <a:bodyPr vert="horz" lIns="91440" tIns="45720" rIns="91440" bIns="45720" rtlCol="0" anchor="ctr"/>
          <a:lstStyle>
            <a:lvl1pPr algn="r">
              <a:defRPr sz="1488">
                <a:solidFill>
                  <a:schemeClr val="tx1">
                    <a:tint val="82000"/>
                  </a:schemeClr>
                </a:solidFill>
              </a:defRPr>
            </a:lvl1pPr>
          </a:lstStyle>
          <a:p>
            <a:fld id="{9F5E46F5-1841-4B16-8E7F-E3A2DF669676}" type="slidenum">
              <a:rPr lang="en-PK" smtClean="0"/>
              <a:t>‹#›</a:t>
            </a:fld>
            <a:endParaRPr lang="en-PK"/>
          </a:p>
        </p:txBody>
      </p:sp>
    </p:spTree>
    <p:extLst>
      <p:ext uri="{BB962C8B-B14F-4D97-AF65-F5344CB8AC3E}">
        <p14:creationId xmlns:p14="http://schemas.microsoft.com/office/powerpoint/2010/main" val="39461134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133947" rtl="0" eaLnBrk="1" latinLnBrk="0" hangingPunct="1">
        <a:lnSpc>
          <a:spcPct val="90000"/>
        </a:lnSpc>
        <a:spcBef>
          <a:spcPct val="0"/>
        </a:spcBef>
        <a:buNone/>
        <a:defRPr sz="5456" kern="1200">
          <a:solidFill>
            <a:schemeClr val="tx1"/>
          </a:solidFill>
          <a:latin typeface="+mj-lt"/>
          <a:ea typeface="+mj-ea"/>
          <a:cs typeface="+mj-cs"/>
        </a:defRPr>
      </a:lvl1pPr>
    </p:titleStyle>
    <p:bodyStyle>
      <a:lvl1pPr marL="283487" indent="-283487" algn="l" defTabSz="1133947" rtl="0" eaLnBrk="1" latinLnBrk="0" hangingPunct="1">
        <a:lnSpc>
          <a:spcPct val="90000"/>
        </a:lnSpc>
        <a:spcBef>
          <a:spcPts val="1240"/>
        </a:spcBef>
        <a:buFont typeface="Arial" panose="020B0604020202020204" pitchFamily="34" charset="0"/>
        <a:buChar char="•"/>
        <a:defRPr sz="3472" kern="1200">
          <a:solidFill>
            <a:schemeClr val="tx1"/>
          </a:solidFill>
          <a:latin typeface="+mn-lt"/>
          <a:ea typeface="+mn-ea"/>
          <a:cs typeface="+mn-cs"/>
        </a:defRPr>
      </a:lvl1pPr>
      <a:lvl2pPr marL="850461" indent="-283487" algn="l" defTabSz="1133947" rtl="0" eaLnBrk="1" latinLnBrk="0" hangingPunct="1">
        <a:lnSpc>
          <a:spcPct val="90000"/>
        </a:lnSpc>
        <a:spcBef>
          <a:spcPts val="620"/>
        </a:spcBef>
        <a:buFont typeface="Arial" panose="020B0604020202020204" pitchFamily="34" charset="0"/>
        <a:buChar char="•"/>
        <a:defRPr sz="2976" kern="1200">
          <a:solidFill>
            <a:schemeClr val="tx1"/>
          </a:solidFill>
          <a:latin typeface="+mn-lt"/>
          <a:ea typeface="+mn-ea"/>
          <a:cs typeface="+mn-cs"/>
        </a:defRPr>
      </a:lvl2pPr>
      <a:lvl3pPr marL="1417434" indent="-283487" algn="l" defTabSz="1133947" rtl="0" eaLnBrk="1" latinLnBrk="0" hangingPunct="1">
        <a:lnSpc>
          <a:spcPct val="90000"/>
        </a:lnSpc>
        <a:spcBef>
          <a:spcPts val="620"/>
        </a:spcBef>
        <a:buFont typeface="Arial" panose="020B0604020202020204" pitchFamily="34" charset="0"/>
        <a:buChar char="•"/>
        <a:defRPr sz="2480" kern="1200">
          <a:solidFill>
            <a:schemeClr val="tx1"/>
          </a:solidFill>
          <a:latin typeface="+mn-lt"/>
          <a:ea typeface="+mn-ea"/>
          <a:cs typeface="+mn-cs"/>
        </a:defRPr>
      </a:lvl3pPr>
      <a:lvl4pPr marL="1984408"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4pPr>
      <a:lvl5pPr marL="2551382"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5pPr>
      <a:lvl6pPr marL="3118355"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6pPr>
      <a:lvl7pPr marL="3685329"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7pPr>
      <a:lvl8pPr marL="4252303"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8pPr>
      <a:lvl9pPr marL="4819277" indent="-283487" algn="l" defTabSz="1133947" rtl="0" eaLnBrk="1" latinLnBrk="0" hangingPunct="1">
        <a:lnSpc>
          <a:spcPct val="90000"/>
        </a:lnSpc>
        <a:spcBef>
          <a:spcPts val="620"/>
        </a:spcBef>
        <a:buFont typeface="Arial" panose="020B0604020202020204" pitchFamily="34" charset="0"/>
        <a:buChar char="•"/>
        <a:defRPr sz="2232" kern="1200">
          <a:solidFill>
            <a:schemeClr val="tx1"/>
          </a:solidFill>
          <a:latin typeface="+mn-lt"/>
          <a:ea typeface="+mn-ea"/>
          <a:cs typeface="+mn-cs"/>
        </a:defRPr>
      </a:lvl9pPr>
    </p:bodyStyle>
    <p:otherStyle>
      <a:defPPr>
        <a:defRPr lang="en-US"/>
      </a:defPPr>
      <a:lvl1pPr marL="0" algn="l" defTabSz="1133947" rtl="0" eaLnBrk="1" latinLnBrk="0" hangingPunct="1">
        <a:defRPr sz="2232" kern="1200">
          <a:solidFill>
            <a:schemeClr val="tx1"/>
          </a:solidFill>
          <a:latin typeface="+mn-lt"/>
          <a:ea typeface="+mn-ea"/>
          <a:cs typeface="+mn-cs"/>
        </a:defRPr>
      </a:lvl1pPr>
      <a:lvl2pPr marL="566974" algn="l" defTabSz="1133947" rtl="0" eaLnBrk="1" latinLnBrk="0" hangingPunct="1">
        <a:defRPr sz="2232" kern="1200">
          <a:solidFill>
            <a:schemeClr val="tx1"/>
          </a:solidFill>
          <a:latin typeface="+mn-lt"/>
          <a:ea typeface="+mn-ea"/>
          <a:cs typeface="+mn-cs"/>
        </a:defRPr>
      </a:lvl2pPr>
      <a:lvl3pPr marL="1133947" algn="l" defTabSz="1133947" rtl="0" eaLnBrk="1" latinLnBrk="0" hangingPunct="1">
        <a:defRPr sz="2232" kern="1200">
          <a:solidFill>
            <a:schemeClr val="tx1"/>
          </a:solidFill>
          <a:latin typeface="+mn-lt"/>
          <a:ea typeface="+mn-ea"/>
          <a:cs typeface="+mn-cs"/>
        </a:defRPr>
      </a:lvl3pPr>
      <a:lvl4pPr marL="1700921" algn="l" defTabSz="1133947" rtl="0" eaLnBrk="1" latinLnBrk="0" hangingPunct="1">
        <a:defRPr sz="2232" kern="1200">
          <a:solidFill>
            <a:schemeClr val="tx1"/>
          </a:solidFill>
          <a:latin typeface="+mn-lt"/>
          <a:ea typeface="+mn-ea"/>
          <a:cs typeface="+mn-cs"/>
        </a:defRPr>
      </a:lvl4pPr>
      <a:lvl5pPr marL="2267895" algn="l" defTabSz="1133947" rtl="0" eaLnBrk="1" latinLnBrk="0" hangingPunct="1">
        <a:defRPr sz="2232" kern="1200">
          <a:solidFill>
            <a:schemeClr val="tx1"/>
          </a:solidFill>
          <a:latin typeface="+mn-lt"/>
          <a:ea typeface="+mn-ea"/>
          <a:cs typeface="+mn-cs"/>
        </a:defRPr>
      </a:lvl5pPr>
      <a:lvl6pPr marL="2834869" algn="l" defTabSz="1133947" rtl="0" eaLnBrk="1" latinLnBrk="0" hangingPunct="1">
        <a:defRPr sz="2232" kern="1200">
          <a:solidFill>
            <a:schemeClr val="tx1"/>
          </a:solidFill>
          <a:latin typeface="+mn-lt"/>
          <a:ea typeface="+mn-ea"/>
          <a:cs typeface="+mn-cs"/>
        </a:defRPr>
      </a:lvl6pPr>
      <a:lvl7pPr marL="3401842" algn="l" defTabSz="1133947" rtl="0" eaLnBrk="1" latinLnBrk="0" hangingPunct="1">
        <a:defRPr sz="2232" kern="1200">
          <a:solidFill>
            <a:schemeClr val="tx1"/>
          </a:solidFill>
          <a:latin typeface="+mn-lt"/>
          <a:ea typeface="+mn-ea"/>
          <a:cs typeface="+mn-cs"/>
        </a:defRPr>
      </a:lvl7pPr>
      <a:lvl8pPr marL="3968816" algn="l" defTabSz="1133947" rtl="0" eaLnBrk="1" latinLnBrk="0" hangingPunct="1">
        <a:defRPr sz="2232" kern="1200">
          <a:solidFill>
            <a:schemeClr val="tx1"/>
          </a:solidFill>
          <a:latin typeface="+mn-lt"/>
          <a:ea typeface="+mn-ea"/>
          <a:cs typeface="+mn-cs"/>
        </a:defRPr>
      </a:lvl8pPr>
      <a:lvl9pPr marL="4535790" algn="l" defTabSz="1133947" rtl="0" eaLnBrk="1" latinLnBrk="0" hangingPunct="1">
        <a:defRPr sz="223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F08F2-8B4F-C680-4218-1FB4E69C88DB}"/>
              </a:ext>
            </a:extLst>
          </p:cNvPr>
          <p:cNvSpPr>
            <a:spLocks noGrp="1"/>
          </p:cNvSpPr>
          <p:nvPr>
            <p:ph type="ctrTitle"/>
          </p:nvPr>
        </p:nvSpPr>
        <p:spPr/>
        <p:txBody>
          <a:bodyPr>
            <a:normAutofit fontScale="90000"/>
          </a:bodyPr>
          <a:lstStyle/>
          <a:p>
            <a:r>
              <a:rPr lang="en-US" dirty="0"/>
              <a:t>Multi-Agent Debate Framework with Theory of Mind for Code Reasoning</a:t>
            </a:r>
            <a:endParaRPr lang="en-PK" dirty="0"/>
          </a:p>
        </p:txBody>
      </p:sp>
    </p:spTree>
    <p:extLst>
      <p:ext uri="{BB962C8B-B14F-4D97-AF65-F5344CB8AC3E}">
        <p14:creationId xmlns:p14="http://schemas.microsoft.com/office/powerpoint/2010/main" val="4002253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173A15-BFF8-36DE-CF9A-6D8783AF0B46}"/>
              </a:ext>
            </a:extLst>
          </p:cNvPr>
          <p:cNvSpPr/>
          <p:nvPr/>
        </p:nvSpPr>
        <p:spPr>
          <a:xfrm>
            <a:off x="441985" y="623630"/>
            <a:ext cx="1710812" cy="7669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Input(Question, Code)</a:t>
            </a:r>
            <a:endParaRPr lang="en-PK" dirty="0"/>
          </a:p>
        </p:txBody>
      </p:sp>
      <p:sp>
        <p:nvSpPr>
          <p:cNvPr id="3" name="Rectangle 2">
            <a:extLst>
              <a:ext uri="{FF2B5EF4-FFF2-40B4-BE49-F238E27FC236}">
                <a16:creationId xmlns:a16="http://schemas.microsoft.com/office/drawing/2014/main" id="{7B055D33-8400-C5E4-4B56-EFDC4485C8FF}"/>
              </a:ext>
            </a:extLst>
          </p:cNvPr>
          <p:cNvSpPr/>
          <p:nvPr/>
        </p:nvSpPr>
        <p:spPr>
          <a:xfrm>
            <a:off x="441985" y="2084858"/>
            <a:ext cx="1710812" cy="7669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A1: Predict, Confidence, Reasoning</a:t>
            </a:r>
            <a:endParaRPr lang="en-PK" dirty="0"/>
          </a:p>
        </p:txBody>
      </p:sp>
      <p:sp>
        <p:nvSpPr>
          <p:cNvPr id="4" name="Rectangle 3">
            <a:extLst>
              <a:ext uri="{FF2B5EF4-FFF2-40B4-BE49-F238E27FC236}">
                <a16:creationId xmlns:a16="http://schemas.microsoft.com/office/drawing/2014/main" id="{EE5E66D4-0D13-08D8-3AA9-6E558CDDDB9A}"/>
              </a:ext>
            </a:extLst>
          </p:cNvPr>
          <p:cNvSpPr/>
          <p:nvPr/>
        </p:nvSpPr>
        <p:spPr>
          <a:xfrm>
            <a:off x="411896" y="3235141"/>
            <a:ext cx="1710812" cy="7669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A2: Predict, Confidence, Reasoning </a:t>
            </a:r>
            <a:endParaRPr lang="en-PK" dirty="0"/>
          </a:p>
        </p:txBody>
      </p:sp>
      <p:sp>
        <p:nvSpPr>
          <p:cNvPr id="5" name="Rectangle 4">
            <a:extLst>
              <a:ext uri="{FF2B5EF4-FFF2-40B4-BE49-F238E27FC236}">
                <a16:creationId xmlns:a16="http://schemas.microsoft.com/office/drawing/2014/main" id="{D6F58F68-E702-75E4-C070-130F6AD9D2B6}"/>
              </a:ext>
            </a:extLst>
          </p:cNvPr>
          <p:cNvSpPr/>
          <p:nvPr/>
        </p:nvSpPr>
        <p:spPr>
          <a:xfrm>
            <a:off x="404477" y="4382330"/>
            <a:ext cx="1710812" cy="7669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A3: Predict, Confidence, Reasoning</a:t>
            </a:r>
            <a:endParaRPr lang="en-PK" dirty="0"/>
          </a:p>
        </p:txBody>
      </p:sp>
      <p:sp>
        <p:nvSpPr>
          <p:cNvPr id="7" name="Rectangle 6">
            <a:extLst>
              <a:ext uri="{FF2B5EF4-FFF2-40B4-BE49-F238E27FC236}">
                <a16:creationId xmlns:a16="http://schemas.microsoft.com/office/drawing/2014/main" id="{060EA5A4-4CA6-C2F8-3AD5-FC9121FE12AB}"/>
              </a:ext>
            </a:extLst>
          </p:cNvPr>
          <p:cNvSpPr/>
          <p:nvPr/>
        </p:nvSpPr>
        <p:spPr>
          <a:xfrm>
            <a:off x="2609451" y="419157"/>
            <a:ext cx="5034116" cy="23499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A1: </a:t>
            </a:r>
          </a:p>
          <a:p>
            <a:pPr marL="342900" indent="-342900">
              <a:buAutoNum type="arabicPeriod"/>
            </a:pPr>
            <a:r>
              <a:rPr lang="en-US" dirty="0"/>
              <a:t>Analyze: Prediction, Reasoning, Confidence. It will see the gap and alternative approaches</a:t>
            </a:r>
          </a:p>
          <a:p>
            <a:pPr marL="342900" indent="-342900">
              <a:buAutoNum type="arabicPeriod"/>
            </a:pPr>
            <a:r>
              <a:rPr lang="en-US" dirty="0"/>
              <a:t>Create </a:t>
            </a:r>
            <a:r>
              <a:rPr lang="en-US" dirty="0" err="1"/>
              <a:t>ToM</a:t>
            </a:r>
            <a:r>
              <a:rPr lang="en-US" dirty="0"/>
              <a:t>(A2, A3)</a:t>
            </a:r>
          </a:p>
          <a:p>
            <a:pPr marL="342900" indent="-342900">
              <a:buAutoNum type="arabicPeriod"/>
            </a:pPr>
            <a:r>
              <a:rPr lang="en-US" dirty="0"/>
              <a:t>Update: Own prediction, confidence, </a:t>
            </a:r>
            <a:r>
              <a:rPr lang="en-US" dirty="0" err="1"/>
              <a:t>ToM</a:t>
            </a:r>
            <a:r>
              <a:rPr lang="en-US" dirty="0"/>
              <a:t> </a:t>
            </a:r>
          </a:p>
          <a:p>
            <a:pPr marL="342900" indent="-342900">
              <a:buAutoNum type="arabicPeriod"/>
            </a:pPr>
            <a:r>
              <a:rPr lang="en-US" dirty="0"/>
              <a:t>Output: Defend/explain their reasoning, challenge incorrect assumptions, Own Prediction, Confidence</a:t>
            </a:r>
            <a:endParaRPr lang="en-PK" dirty="0"/>
          </a:p>
        </p:txBody>
      </p:sp>
      <p:sp>
        <p:nvSpPr>
          <p:cNvPr id="10" name="Rectangle 9">
            <a:extLst>
              <a:ext uri="{FF2B5EF4-FFF2-40B4-BE49-F238E27FC236}">
                <a16:creationId xmlns:a16="http://schemas.microsoft.com/office/drawing/2014/main" id="{25502763-3E94-C8E4-C36F-85A4D43F40A2}"/>
              </a:ext>
            </a:extLst>
          </p:cNvPr>
          <p:cNvSpPr/>
          <p:nvPr/>
        </p:nvSpPr>
        <p:spPr>
          <a:xfrm>
            <a:off x="2691569" y="3021244"/>
            <a:ext cx="5034116" cy="23499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A2: </a:t>
            </a:r>
          </a:p>
          <a:p>
            <a:pPr marL="342900" indent="-342900">
              <a:buAutoNum type="arabicPeriod"/>
            </a:pPr>
            <a:r>
              <a:rPr lang="en-US" dirty="0"/>
              <a:t>Analyze: Prediction, Reasoning, Confidence. It will see the gap and alternative approaches</a:t>
            </a:r>
          </a:p>
          <a:p>
            <a:pPr marL="342900" indent="-342900">
              <a:buAutoNum type="arabicPeriod"/>
            </a:pPr>
            <a:r>
              <a:rPr lang="en-US" dirty="0"/>
              <a:t>Create </a:t>
            </a:r>
            <a:r>
              <a:rPr lang="en-US" dirty="0" err="1"/>
              <a:t>ToM</a:t>
            </a:r>
            <a:r>
              <a:rPr lang="en-US" dirty="0"/>
              <a:t>(A2, A3)</a:t>
            </a:r>
          </a:p>
          <a:p>
            <a:pPr marL="342900" indent="-342900">
              <a:buAutoNum type="arabicPeriod"/>
            </a:pPr>
            <a:r>
              <a:rPr lang="en-US" dirty="0"/>
              <a:t>Update: Own prediction, confidence, </a:t>
            </a:r>
            <a:r>
              <a:rPr lang="en-US" dirty="0" err="1"/>
              <a:t>ToM</a:t>
            </a:r>
            <a:r>
              <a:rPr lang="en-US" dirty="0"/>
              <a:t> </a:t>
            </a:r>
          </a:p>
          <a:p>
            <a:pPr marL="342900" indent="-342900">
              <a:buAutoNum type="arabicPeriod"/>
            </a:pPr>
            <a:r>
              <a:rPr lang="en-US" dirty="0"/>
              <a:t>Output: Defend/explain their reasoning, challenge incorrect assumptions, Own Prediction, Confidence</a:t>
            </a:r>
            <a:endParaRPr lang="en-PK" dirty="0"/>
          </a:p>
        </p:txBody>
      </p:sp>
      <p:sp>
        <p:nvSpPr>
          <p:cNvPr id="11" name="Rectangle 10">
            <a:extLst>
              <a:ext uri="{FF2B5EF4-FFF2-40B4-BE49-F238E27FC236}">
                <a16:creationId xmlns:a16="http://schemas.microsoft.com/office/drawing/2014/main" id="{B96429FE-FB53-9E32-59B7-FA645F717106}"/>
              </a:ext>
            </a:extLst>
          </p:cNvPr>
          <p:cNvSpPr/>
          <p:nvPr/>
        </p:nvSpPr>
        <p:spPr>
          <a:xfrm>
            <a:off x="2759121" y="5618600"/>
            <a:ext cx="5034116" cy="23499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A3: </a:t>
            </a:r>
          </a:p>
          <a:p>
            <a:pPr marL="342900" indent="-342900">
              <a:buAutoNum type="arabicPeriod"/>
            </a:pPr>
            <a:r>
              <a:rPr lang="en-US" dirty="0"/>
              <a:t>Analyze: Prediction, Reasoning, Confidence. It will see the gap and alternative approaches</a:t>
            </a:r>
          </a:p>
          <a:p>
            <a:pPr marL="342900" indent="-342900">
              <a:buAutoNum type="arabicPeriod"/>
            </a:pPr>
            <a:r>
              <a:rPr lang="en-US" dirty="0"/>
              <a:t>Create </a:t>
            </a:r>
            <a:r>
              <a:rPr lang="en-US" dirty="0" err="1"/>
              <a:t>ToM</a:t>
            </a:r>
            <a:r>
              <a:rPr lang="en-US" dirty="0"/>
              <a:t>(A2, A3)</a:t>
            </a:r>
          </a:p>
          <a:p>
            <a:pPr marL="342900" indent="-342900">
              <a:buAutoNum type="arabicPeriod"/>
            </a:pPr>
            <a:r>
              <a:rPr lang="en-US" dirty="0"/>
              <a:t>Update: Own prediction, confidence, </a:t>
            </a:r>
            <a:r>
              <a:rPr lang="en-US" dirty="0" err="1"/>
              <a:t>ToM</a:t>
            </a:r>
            <a:r>
              <a:rPr lang="en-US" dirty="0"/>
              <a:t> </a:t>
            </a:r>
          </a:p>
          <a:p>
            <a:pPr marL="342900" indent="-342900">
              <a:buAutoNum type="arabicPeriod"/>
            </a:pPr>
            <a:r>
              <a:rPr lang="en-US" dirty="0"/>
              <a:t>Output: Defend/explain their reasoning, challenge incorrect assumptions, Own Prediction, Confidence</a:t>
            </a:r>
            <a:endParaRPr lang="en-PK" dirty="0"/>
          </a:p>
        </p:txBody>
      </p:sp>
      <p:sp>
        <p:nvSpPr>
          <p:cNvPr id="12" name="Rectangle 11">
            <a:extLst>
              <a:ext uri="{FF2B5EF4-FFF2-40B4-BE49-F238E27FC236}">
                <a16:creationId xmlns:a16="http://schemas.microsoft.com/office/drawing/2014/main" id="{7DD5D987-C8AA-FC78-F843-36E6D5B7D0F3}"/>
              </a:ext>
            </a:extLst>
          </p:cNvPr>
          <p:cNvSpPr/>
          <p:nvPr/>
        </p:nvSpPr>
        <p:spPr>
          <a:xfrm>
            <a:off x="8167818" y="407868"/>
            <a:ext cx="5034116" cy="23499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A1: </a:t>
            </a:r>
          </a:p>
          <a:p>
            <a:pPr marL="342900" indent="-342900">
              <a:buAutoNum type="arabicPeriod"/>
            </a:pPr>
            <a:r>
              <a:rPr lang="en-US" dirty="0"/>
              <a:t>Analyze: Prediction, Reasoning, Confidence. It will see the gap and alternative approaches</a:t>
            </a:r>
          </a:p>
          <a:p>
            <a:pPr marL="342900" indent="-342900">
              <a:buAutoNum type="arabicPeriod"/>
            </a:pPr>
            <a:r>
              <a:rPr lang="en-US" dirty="0"/>
              <a:t>Create </a:t>
            </a:r>
            <a:r>
              <a:rPr lang="en-US" dirty="0" err="1"/>
              <a:t>ToM</a:t>
            </a:r>
            <a:r>
              <a:rPr lang="en-US" dirty="0"/>
              <a:t>(A2, A3)</a:t>
            </a:r>
          </a:p>
          <a:p>
            <a:pPr marL="342900" indent="-342900">
              <a:buAutoNum type="arabicPeriod"/>
            </a:pPr>
            <a:r>
              <a:rPr lang="en-US" dirty="0"/>
              <a:t>Update: Own prediction, confidence, </a:t>
            </a:r>
            <a:r>
              <a:rPr lang="en-US" dirty="0" err="1"/>
              <a:t>ToM</a:t>
            </a:r>
            <a:r>
              <a:rPr lang="en-US" dirty="0"/>
              <a:t> </a:t>
            </a:r>
          </a:p>
          <a:p>
            <a:pPr marL="342900" indent="-342900">
              <a:buAutoNum type="arabicPeriod"/>
            </a:pPr>
            <a:r>
              <a:rPr lang="en-US" dirty="0"/>
              <a:t>Output: Defend/explain their reasoning, challenge incorrect assumptions, Own Prediction, Confidence</a:t>
            </a:r>
            <a:endParaRPr lang="en-PK" dirty="0"/>
          </a:p>
        </p:txBody>
      </p:sp>
      <p:sp>
        <p:nvSpPr>
          <p:cNvPr id="13" name="Rectangle 12">
            <a:extLst>
              <a:ext uri="{FF2B5EF4-FFF2-40B4-BE49-F238E27FC236}">
                <a16:creationId xmlns:a16="http://schemas.microsoft.com/office/drawing/2014/main" id="{113D3912-1A2C-4598-49CC-9B9EA23EE5E2}"/>
              </a:ext>
            </a:extLst>
          </p:cNvPr>
          <p:cNvSpPr/>
          <p:nvPr/>
        </p:nvSpPr>
        <p:spPr>
          <a:xfrm>
            <a:off x="8244291" y="3072044"/>
            <a:ext cx="5034116" cy="23499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A2: </a:t>
            </a:r>
          </a:p>
          <a:p>
            <a:pPr marL="342900" indent="-342900">
              <a:buAutoNum type="arabicPeriod"/>
            </a:pPr>
            <a:r>
              <a:rPr lang="en-US" dirty="0"/>
              <a:t>Analyze: Prediction, Reasoning, Confidence. It will see the gap and alternative approaches</a:t>
            </a:r>
          </a:p>
          <a:p>
            <a:pPr marL="342900" indent="-342900">
              <a:buAutoNum type="arabicPeriod"/>
            </a:pPr>
            <a:r>
              <a:rPr lang="en-US" dirty="0"/>
              <a:t>Create </a:t>
            </a:r>
            <a:r>
              <a:rPr lang="en-US" dirty="0" err="1"/>
              <a:t>ToM</a:t>
            </a:r>
            <a:r>
              <a:rPr lang="en-US" dirty="0"/>
              <a:t>(A2, A3)</a:t>
            </a:r>
          </a:p>
          <a:p>
            <a:pPr marL="342900" indent="-342900">
              <a:buAutoNum type="arabicPeriod"/>
            </a:pPr>
            <a:r>
              <a:rPr lang="en-US" dirty="0"/>
              <a:t>Update: Own prediction, confidence, </a:t>
            </a:r>
            <a:r>
              <a:rPr lang="en-US" dirty="0" err="1"/>
              <a:t>ToM</a:t>
            </a:r>
            <a:r>
              <a:rPr lang="en-US" dirty="0"/>
              <a:t> </a:t>
            </a:r>
          </a:p>
          <a:p>
            <a:pPr marL="342900" indent="-342900">
              <a:buAutoNum type="arabicPeriod"/>
            </a:pPr>
            <a:r>
              <a:rPr lang="en-US" dirty="0"/>
              <a:t>Output: Defend/explain their reasoning, challenge incorrect assumptions, Own Prediction, Confidence</a:t>
            </a:r>
            <a:endParaRPr lang="en-PK" dirty="0"/>
          </a:p>
        </p:txBody>
      </p:sp>
      <p:sp>
        <p:nvSpPr>
          <p:cNvPr id="14" name="Rectangle 13">
            <a:extLst>
              <a:ext uri="{FF2B5EF4-FFF2-40B4-BE49-F238E27FC236}">
                <a16:creationId xmlns:a16="http://schemas.microsoft.com/office/drawing/2014/main" id="{CAAB8BF2-0C74-1DCA-C226-1ECABF9E6F18}"/>
              </a:ext>
            </a:extLst>
          </p:cNvPr>
          <p:cNvSpPr/>
          <p:nvPr/>
        </p:nvSpPr>
        <p:spPr>
          <a:xfrm>
            <a:off x="8296321" y="5615778"/>
            <a:ext cx="5034116" cy="23499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A3: </a:t>
            </a:r>
          </a:p>
          <a:p>
            <a:pPr marL="342900" indent="-342900">
              <a:buAutoNum type="arabicPeriod"/>
            </a:pPr>
            <a:r>
              <a:rPr lang="en-US" dirty="0"/>
              <a:t>Analyze: Prediction, Reasoning, Confidence. It will see the gap and alternative approaches</a:t>
            </a:r>
          </a:p>
          <a:p>
            <a:pPr marL="342900" indent="-342900">
              <a:buAutoNum type="arabicPeriod"/>
            </a:pPr>
            <a:r>
              <a:rPr lang="en-US" dirty="0"/>
              <a:t>Create </a:t>
            </a:r>
            <a:r>
              <a:rPr lang="en-US" dirty="0" err="1"/>
              <a:t>ToM</a:t>
            </a:r>
            <a:r>
              <a:rPr lang="en-US" dirty="0"/>
              <a:t>(A2, A3)</a:t>
            </a:r>
          </a:p>
          <a:p>
            <a:pPr marL="342900" indent="-342900">
              <a:buAutoNum type="arabicPeriod"/>
            </a:pPr>
            <a:r>
              <a:rPr lang="en-US" dirty="0"/>
              <a:t>Update: Own prediction, confidence, </a:t>
            </a:r>
            <a:r>
              <a:rPr lang="en-US" dirty="0" err="1"/>
              <a:t>ToM</a:t>
            </a:r>
            <a:r>
              <a:rPr lang="en-US" dirty="0"/>
              <a:t> </a:t>
            </a:r>
          </a:p>
          <a:p>
            <a:pPr marL="342900" indent="-342900">
              <a:buAutoNum type="arabicPeriod"/>
            </a:pPr>
            <a:r>
              <a:rPr lang="en-US" dirty="0"/>
              <a:t>Output: Defend/explain their reasoning, challenge incorrect assumptions, Own Prediction, Confidence</a:t>
            </a:r>
            <a:endParaRPr lang="en-PK" dirty="0"/>
          </a:p>
        </p:txBody>
      </p:sp>
      <p:sp>
        <p:nvSpPr>
          <p:cNvPr id="17" name="Diamond 16">
            <a:extLst>
              <a:ext uri="{FF2B5EF4-FFF2-40B4-BE49-F238E27FC236}">
                <a16:creationId xmlns:a16="http://schemas.microsoft.com/office/drawing/2014/main" id="{85BCDFE0-EF2D-322D-E7C4-6D9E77971F7F}"/>
              </a:ext>
            </a:extLst>
          </p:cNvPr>
          <p:cNvSpPr/>
          <p:nvPr/>
        </p:nvSpPr>
        <p:spPr>
          <a:xfrm>
            <a:off x="13830300" y="749300"/>
            <a:ext cx="2578100" cy="1917700"/>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Converged</a:t>
            </a:r>
          </a:p>
          <a:p>
            <a:pPr algn="ctr"/>
            <a:r>
              <a:rPr lang="en-US" dirty="0"/>
              <a:t>Or</a:t>
            </a:r>
          </a:p>
          <a:p>
            <a:pPr algn="ctr"/>
            <a:r>
              <a:rPr lang="en-US" dirty="0"/>
              <a:t>debate=4</a:t>
            </a:r>
            <a:endParaRPr lang="en-PK" dirty="0"/>
          </a:p>
        </p:txBody>
      </p:sp>
      <p:sp>
        <p:nvSpPr>
          <p:cNvPr id="18" name="Rectangle 17">
            <a:extLst>
              <a:ext uri="{FF2B5EF4-FFF2-40B4-BE49-F238E27FC236}">
                <a16:creationId xmlns:a16="http://schemas.microsoft.com/office/drawing/2014/main" id="{660FEEF4-3E44-8232-4A8F-3DAD640C4743}"/>
              </a:ext>
            </a:extLst>
          </p:cNvPr>
          <p:cNvSpPr/>
          <p:nvPr/>
        </p:nvSpPr>
        <p:spPr>
          <a:xfrm>
            <a:off x="13995400" y="3263900"/>
            <a:ext cx="2247900" cy="13589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Collect final Agent Predictions</a:t>
            </a:r>
            <a:endParaRPr lang="en-PK" dirty="0"/>
          </a:p>
        </p:txBody>
      </p:sp>
      <p:sp>
        <p:nvSpPr>
          <p:cNvPr id="19" name="Rectangle 18">
            <a:extLst>
              <a:ext uri="{FF2B5EF4-FFF2-40B4-BE49-F238E27FC236}">
                <a16:creationId xmlns:a16="http://schemas.microsoft.com/office/drawing/2014/main" id="{6CB2A754-2FC0-4F50-0BA4-E2E8DDB0AC39}"/>
              </a:ext>
            </a:extLst>
          </p:cNvPr>
          <p:cNvSpPr/>
          <p:nvPr/>
        </p:nvSpPr>
        <p:spPr>
          <a:xfrm>
            <a:off x="13995400" y="5181600"/>
            <a:ext cx="2247900" cy="13589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SLM summarizer</a:t>
            </a:r>
            <a:endParaRPr lang="en-PK" dirty="0"/>
          </a:p>
        </p:txBody>
      </p:sp>
      <p:sp>
        <p:nvSpPr>
          <p:cNvPr id="20" name="Rectangle 19">
            <a:extLst>
              <a:ext uri="{FF2B5EF4-FFF2-40B4-BE49-F238E27FC236}">
                <a16:creationId xmlns:a16="http://schemas.microsoft.com/office/drawing/2014/main" id="{895D810B-C378-6BA5-71E1-F3F4E64BB4E8}"/>
              </a:ext>
            </a:extLst>
          </p:cNvPr>
          <p:cNvSpPr/>
          <p:nvPr/>
        </p:nvSpPr>
        <p:spPr>
          <a:xfrm>
            <a:off x="13995400" y="6845300"/>
            <a:ext cx="2247900" cy="13589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Final Answer</a:t>
            </a:r>
            <a:endParaRPr lang="en-PK" dirty="0"/>
          </a:p>
        </p:txBody>
      </p:sp>
      <p:cxnSp>
        <p:nvCxnSpPr>
          <p:cNvPr id="22" name="Straight Arrow Connector 21">
            <a:extLst>
              <a:ext uri="{FF2B5EF4-FFF2-40B4-BE49-F238E27FC236}">
                <a16:creationId xmlns:a16="http://schemas.microsoft.com/office/drawing/2014/main" id="{00BE9467-C9C0-3FE1-573D-B09294F5C2CE}"/>
              </a:ext>
            </a:extLst>
          </p:cNvPr>
          <p:cNvCxnSpPr>
            <a:stCxn id="7" idx="3"/>
            <a:endCxn id="13" idx="1"/>
          </p:cNvCxnSpPr>
          <p:nvPr/>
        </p:nvCxnSpPr>
        <p:spPr>
          <a:xfrm>
            <a:off x="7643567" y="1594112"/>
            <a:ext cx="600724" cy="26528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BCF2A4B7-4844-3200-0159-6516B029C1B4}"/>
              </a:ext>
            </a:extLst>
          </p:cNvPr>
          <p:cNvCxnSpPr>
            <a:stCxn id="7" idx="3"/>
            <a:endCxn id="14" idx="1"/>
          </p:cNvCxnSpPr>
          <p:nvPr/>
        </p:nvCxnSpPr>
        <p:spPr>
          <a:xfrm>
            <a:off x="7643567" y="1594112"/>
            <a:ext cx="652754" cy="51966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3311241E-3662-9A15-D214-BBBAA74600AA}"/>
              </a:ext>
            </a:extLst>
          </p:cNvPr>
          <p:cNvCxnSpPr>
            <a:stCxn id="2" idx="2"/>
            <a:endCxn id="3" idx="0"/>
          </p:cNvCxnSpPr>
          <p:nvPr/>
        </p:nvCxnSpPr>
        <p:spPr>
          <a:xfrm>
            <a:off x="1297391" y="1390547"/>
            <a:ext cx="0" cy="6943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255A03C6-AF91-E0D7-2094-54787688B9FF}"/>
              </a:ext>
            </a:extLst>
          </p:cNvPr>
          <p:cNvCxnSpPr>
            <a:stCxn id="17" idx="2"/>
            <a:endCxn id="18" idx="0"/>
          </p:cNvCxnSpPr>
          <p:nvPr/>
        </p:nvCxnSpPr>
        <p:spPr>
          <a:xfrm>
            <a:off x="15119350" y="2667000"/>
            <a:ext cx="0" cy="5969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51515B1F-9F1A-AF7B-04B6-4C4E1E688E2A}"/>
              </a:ext>
            </a:extLst>
          </p:cNvPr>
          <p:cNvCxnSpPr>
            <a:stCxn id="18" idx="2"/>
            <a:endCxn id="19" idx="0"/>
          </p:cNvCxnSpPr>
          <p:nvPr/>
        </p:nvCxnSpPr>
        <p:spPr>
          <a:xfrm>
            <a:off x="15119350" y="4622800"/>
            <a:ext cx="0" cy="558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02CF09B2-C604-042A-8553-9D4681CAB134}"/>
              </a:ext>
            </a:extLst>
          </p:cNvPr>
          <p:cNvCxnSpPr>
            <a:stCxn id="19" idx="2"/>
            <a:endCxn id="20" idx="0"/>
          </p:cNvCxnSpPr>
          <p:nvPr/>
        </p:nvCxnSpPr>
        <p:spPr>
          <a:xfrm>
            <a:off x="15119350" y="6540500"/>
            <a:ext cx="0" cy="304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A7767BC7-198C-D4DA-EA3E-5DDF346E884C}"/>
              </a:ext>
            </a:extLst>
          </p:cNvPr>
          <p:cNvCxnSpPr>
            <a:stCxn id="4" idx="3"/>
            <a:endCxn id="7" idx="1"/>
          </p:cNvCxnSpPr>
          <p:nvPr/>
        </p:nvCxnSpPr>
        <p:spPr>
          <a:xfrm flipV="1">
            <a:off x="2122708" y="1594112"/>
            <a:ext cx="486743" cy="20244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3591C9CC-66A9-FFD6-30FF-15281C154E2C}"/>
              </a:ext>
            </a:extLst>
          </p:cNvPr>
          <p:cNvCxnSpPr>
            <a:stCxn id="4" idx="3"/>
          </p:cNvCxnSpPr>
          <p:nvPr/>
        </p:nvCxnSpPr>
        <p:spPr>
          <a:xfrm>
            <a:off x="2122708" y="3618600"/>
            <a:ext cx="620492" cy="3315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EFFE0BA5-4BA9-D903-735F-ADDDB8EB1AB5}"/>
              </a:ext>
            </a:extLst>
          </p:cNvPr>
          <p:cNvCxnSpPr>
            <a:stCxn id="12" idx="3"/>
            <a:endCxn id="17" idx="1"/>
          </p:cNvCxnSpPr>
          <p:nvPr/>
        </p:nvCxnSpPr>
        <p:spPr>
          <a:xfrm>
            <a:off x="13201934" y="1582823"/>
            <a:ext cx="628366" cy="1253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B52BDB26-9A3D-4DB9-FCCB-6561ACA5D1F7}"/>
              </a:ext>
            </a:extLst>
          </p:cNvPr>
          <p:cNvCxnSpPr>
            <a:stCxn id="13" idx="3"/>
            <a:endCxn id="17" idx="1"/>
          </p:cNvCxnSpPr>
          <p:nvPr/>
        </p:nvCxnSpPr>
        <p:spPr>
          <a:xfrm flipV="1">
            <a:off x="13278407" y="1708150"/>
            <a:ext cx="551893" cy="2538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4058F4EC-59A6-A111-5B52-65149859E766}"/>
              </a:ext>
            </a:extLst>
          </p:cNvPr>
          <p:cNvCxnSpPr>
            <a:stCxn id="14" idx="3"/>
            <a:endCxn id="17" idx="1"/>
          </p:cNvCxnSpPr>
          <p:nvPr/>
        </p:nvCxnSpPr>
        <p:spPr>
          <a:xfrm flipV="1">
            <a:off x="13330437" y="1708150"/>
            <a:ext cx="499863" cy="50825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3569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4E32E-7B66-945A-82BB-7A8F56C23B13}"/>
              </a:ext>
            </a:extLst>
          </p:cNvPr>
          <p:cNvSpPr>
            <a:spLocks noGrp="1"/>
          </p:cNvSpPr>
          <p:nvPr>
            <p:ph type="title"/>
          </p:nvPr>
        </p:nvSpPr>
        <p:spPr/>
        <p:txBody>
          <a:bodyPr/>
          <a:lstStyle/>
          <a:p>
            <a:r>
              <a:rPr lang="en-US" dirty="0"/>
              <a:t>Multi-Agent Debate Framework with Theory of Mind for Code Reasoning</a:t>
            </a:r>
            <a:endParaRPr lang="en-PK" dirty="0"/>
          </a:p>
        </p:txBody>
      </p:sp>
      <p:sp>
        <p:nvSpPr>
          <p:cNvPr id="3" name="Content Placeholder 2">
            <a:extLst>
              <a:ext uri="{FF2B5EF4-FFF2-40B4-BE49-F238E27FC236}">
                <a16:creationId xmlns:a16="http://schemas.microsoft.com/office/drawing/2014/main" id="{AFCCF598-EB9E-9802-42A8-EC3F3100D0D4}"/>
              </a:ext>
            </a:extLst>
          </p:cNvPr>
          <p:cNvSpPr>
            <a:spLocks noGrp="1"/>
          </p:cNvSpPr>
          <p:nvPr>
            <p:ph idx="1"/>
          </p:nvPr>
        </p:nvSpPr>
        <p:spPr/>
        <p:txBody>
          <a:bodyPr/>
          <a:lstStyle/>
          <a:p>
            <a:r>
              <a:rPr lang="en-US" dirty="0"/>
              <a:t>The system takes code and input data, distributes it to multiple agents who form initial predictions with confidence scores. Each agent maintains Theory of Mind (</a:t>
            </a:r>
            <a:r>
              <a:rPr lang="en-US" dirty="0" err="1"/>
              <a:t>ToM</a:t>
            </a:r>
            <a:r>
              <a:rPr lang="en-US" dirty="0"/>
              <a:t>) modules that build mental models of other agents’ beliefs and reasoning patterns. During debate rounds, agents engage in strategic argumentation informed by their mental models, exchange arguments, and update their beliefs based on compelling evidence. The process iterates until convergence is achieved or debate reached to 4 levels, after which the SLM will summarize the answer and will give the final answer.</a:t>
            </a:r>
            <a:endParaRPr lang="en-PK" dirty="0"/>
          </a:p>
        </p:txBody>
      </p:sp>
    </p:spTree>
    <p:extLst>
      <p:ext uri="{BB962C8B-B14F-4D97-AF65-F5344CB8AC3E}">
        <p14:creationId xmlns:p14="http://schemas.microsoft.com/office/powerpoint/2010/main" val="2957893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F9EE5-0A89-2EA2-67E4-EBE4E4922DCF}"/>
              </a:ext>
            </a:extLst>
          </p:cNvPr>
          <p:cNvSpPr>
            <a:spLocks noGrp="1"/>
          </p:cNvSpPr>
          <p:nvPr>
            <p:ph type="title"/>
          </p:nvPr>
        </p:nvSpPr>
        <p:spPr/>
        <p:txBody>
          <a:bodyPr/>
          <a:lstStyle/>
          <a:p>
            <a:r>
              <a:rPr lang="en-US" dirty="0"/>
              <a:t>Datasets</a:t>
            </a:r>
            <a:endParaRPr lang="en-PK" dirty="0"/>
          </a:p>
        </p:txBody>
      </p:sp>
      <p:sp>
        <p:nvSpPr>
          <p:cNvPr id="3" name="Content Placeholder 2">
            <a:extLst>
              <a:ext uri="{FF2B5EF4-FFF2-40B4-BE49-F238E27FC236}">
                <a16:creationId xmlns:a16="http://schemas.microsoft.com/office/drawing/2014/main" id="{932A4B89-B8C4-9E54-D8F7-256E9F739F61}"/>
              </a:ext>
            </a:extLst>
          </p:cNvPr>
          <p:cNvSpPr>
            <a:spLocks noGrp="1"/>
          </p:cNvSpPr>
          <p:nvPr>
            <p:ph idx="1"/>
          </p:nvPr>
        </p:nvSpPr>
        <p:spPr/>
        <p:txBody>
          <a:bodyPr/>
          <a:lstStyle/>
          <a:p>
            <a:pPr marL="514350" indent="-514350">
              <a:buFont typeface="+mj-lt"/>
              <a:buAutoNum type="arabicPeriod"/>
            </a:pPr>
            <a:r>
              <a:rPr lang="en-US" dirty="0" err="1"/>
              <a:t>CodeQA</a:t>
            </a:r>
            <a:endParaRPr lang="en-US" dirty="0"/>
          </a:p>
          <a:p>
            <a:pPr marL="514350" indent="-514350">
              <a:buFont typeface="+mj-lt"/>
              <a:buAutoNum type="arabicPeriod"/>
            </a:pPr>
            <a:r>
              <a:rPr lang="en-US" dirty="0"/>
              <a:t>CS1QA</a:t>
            </a:r>
          </a:p>
          <a:p>
            <a:pPr marL="514350" indent="-514350">
              <a:buFont typeface="+mj-lt"/>
              <a:buAutoNum type="arabicPeriod"/>
            </a:pPr>
            <a:r>
              <a:rPr lang="en-US" dirty="0" err="1"/>
              <a:t>CruxEval</a:t>
            </a:r>
            <a:endParaRPr lang="en-US" dirty="0"/>
          </a:p>
          <a:p>
            <a:pPr marL="514350" indent="-514350">
              <a:buFont typeface="+mj-lt"/>
              <a:buAutoNum type="arabicPeriod"/>
            </a:pPr>
            <a:r>
              <a:rPr lang="en-US" dirty="0" err="1"/>
              <a:t>CodeSence</a:t>
            </a:r>
            <a:endParaRPr lang="en-US" dirty="0"/>
          </a:p>
          <a:p>
            <a:pPr marL="514350" indent="-514350">
              <a:buFont typeface="+mj-lt"/>
              <a:buAutoNum type="arabicPeriod"/>
            </a:pPr>
            <a:r>
              <a:rPr lang="en-US" dirty="0" err="1"/>
              <a:t>Mbpp</a:t>
            </a:r>
            <a:endParaRPr lang="en-US" dirty="0"/>
          </a:p>
          <a:p>
            <a:pPr marL="0" indent="0">
              <a:buNone/>
            </a:pPr>
            <a:r>
              <a:rPr lang="en-US" dirty="0"/>
              <a:t>To prove the Generality of the algorithm, we need to add other reasoning datasets as well.</a:t>
            </a:r>
          </a:p>
          <a:p>
            <a:pPr marL="514350" indent="-514350">
              <a:buAutoNum type="arabicPeriod"/>
            </a:pPr>
            <a:r>
              <a:rPr lang="en-US" dirty="0" err="1"/>
              <a:t>MathQA</a:t>
            </a:r>
            <a:endParaRPr lang="en-US" dirty="0"/>
          </a:p>
          <a:p>
            <a:pPr marL="514350" indent="-514350">
              <a:buAutoNum type="arabicPeriod"/>
            </a:pPr>
            <a:r>
              <a:rPr lang="en-US" dirty="0"/>
              <a:t>GSM8K</a:t>
            </a:r>
            <a:endParaRPr lang="en-PK" dirty="0"/>
          </a:p>
        </p:txBody>
      </p:sp>
    </p:spTree>
    <p:extLst>
      <p:ext uri="{BB962C8B-B14F-4D97-AF65-F5344CB8AC3E}">
        <p14:creationId xmlns:p14="http://schemas.microsoft.com/office/powerpoint/2010/main" val="42623478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440</TotalTime>
  <Words>480</Words>
  <Application>Microsoft Office PowerPoint</Application>
  <PresentationFormat>Custom</PresentationFormat>
  <Paragraphs>52</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Multi-Agent Debate Framework with Theory of Mind for Code Reasoning</vt:lpstr>
      <vt:lpstr>PowerPoint Presentation</vt:lpstr>
      <vt:lpstr>Multi-Agent Debate Framework with Theory of Mind for Code Reasoning</vt:lpstr>
      <vt:lpstr>Datasets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Maha Zainab</dc:creator>
  <cp:lastModifiedBy>Maha Zainab</cp:lastModifiedBy>
  <cp:revision>19</cp:revision>
  <dcterms:created xsi:type="dcterms:W3CDTF">2025-11-10T19:12:18Z</dcterms:created>
  <dcterms:modified xsi:type="dcterms:W3CDTF">2025-11-13T18:16:30Z</dcterms:modified>
</cp:coreProperties>
</file>